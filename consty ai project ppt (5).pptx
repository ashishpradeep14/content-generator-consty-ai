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2">
  <p:sldMasterIdLst>
    <p:sldMasterId id="2147483660" r:id="rId1"/>
  </p:sldMasterIdLst>
  <p:notesMasterIdLst>
    <p:notesMasterId r:id="rId16"/>
  </p:notesMasterIdLst>
  <p:sldIdLst>
    <p:sldId id="256" r:id="rId2"/>
    <p:sldId id="714" r:id="rId3"/>
    <p:sldId id="674" r:id="rId4"/>
    <p:sldId id="720" r:id="rId5"/>
    <p:sldId id="713" r:id="rId6"/>
    <p:sldId id="718" r:id="rId7"/>
    <p:sldId id="719" r:id="rId8"/>
    <p:sldId id="715" r:id="rId9"/>
    <p:sldId id="722" r:id="rId10"/>
    <p:sldId id="725" r:id="rId11"/>
    <p:sldId id="676" r:id="rId12"/>
    <p:sldId id="724" r:id="rId13"/>
    <p:sldId id="721" r:id="rId14"/>
    <p:sldId id="3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73" d="100"/>
          <a:sy n="73" d="100"/>
        </p:scale>
        <p:origin x="965" y="6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E649FB-81CE-4DEC-8FE9-DF62EF455809}" type="doc">
      <dgm:prSet loTypeId="urn:microsoft.com/office/officeart/2005/8/layout/list1" loCatId="list" qsTypeId="urn:microsoft.com/office/officeart/2005/8/quickstyle/3d2" qsCatId="3D" csTypeId="urn:microsoft.com/office/officeart/2005/8/colors/accent3_2" csCatId="accent3" phldr="1"/>
      <dgm:spPr/>
      <dgm:t>
        <a:bodyPr/>
        <a:lstStyle/>
        <a:p>
          <a:endParaRPr lang="en-US"/>
        </a:p>
      </dgm:t>
    </dgm:pt>
    <dgm:pt modelId="{52DA5D0D-1D18-4B69-BAB0-E04FCC067DC7}">
      <dgm:prSet phldrT="[Text]"/>
      <dgm:spPr/>
      <dgm:t>
        <a:bodyPr/>
        <a:lstStyle/>
        <a:p>
          <a:r>
            <a:rPr lang="en-US" b="1" i="0"/>
            <a:t>Project Overview</a:t>
          </a:r>
          <a:endParaRPr lang="en-US"/>
        </a:p>
      </dgm:t>
    </dgm:pt>
    <dgm:pt modelId="{51CD3CE4-0D2C-42E8-A5A7-FB25E6F5C919}" type="parTrans" cxnId="{7054A9F2-D12C-4447-BDA5-297AF126389D}">
      <dgm:prSet/>
      <dgm:spPr/>
      <dgm:t>
        <a:bodyPr/>
        <a:lstStyle/>
        <a:p>
          <a:endParaRPr lang="en-US"/>
        </a:p>
      </dgm:t>
    </dgm:pt>
    <dgm:pt modelId="{18AF3990-8D4E-4073-8520-2422DCAA8A07}" type="sibTrans" cxnId="{7054A9F2-D12C-4447-BDA5-297AF126389D}">
      <dgm:prSet/>
      <dgm:spPr/>
      <dgm:t>
        <a:bodyPr/>
        <a:lstStyle/>
        <a:p>
          <a:endParaRPr lang="en-US"/>
        </a:p>
      </dgm:t>
    </dgm:pt>
    <dgm:pt modelId="{6FD406D6-A3D0-4007-9466-4A0728003FB1}">
      <dgm:prSet/>
      <dgm:spPr/>
      <dgm:t>
        <a:bodyPr/>
        <a:lstStyle/>
        <a:p>
          <a:r>
            <a:rPr lang="en-US" b="1" i="0" dirty="0"/>
            <a:t>Introduction</a:t>
          </a:r>
        </a:p>
      </dgm:t>
    </dgm:pt>
    <dgm:pt modelId="{0BBE0CE4-1F81-4E61-9239-1EEA9D3C5B11}" type="parTrans" cxnId="{576E3A05-145E-4A13-A050-1DAA76EB50C4}">
      <dgm:prSet/>
      <dgm:spPr/>
      <dgm:t>
        <a:bodyPr/>
        <a:lstStyle/>
        <a:p>
          <a:endParaRPr lang="en-US"/>
        </a:p>
      </dgm:t>
    </dgm:pt>
    <dgm:pt modelId="{A058BAA1-43A3-43A2-8CEE-D2AA67223858}" type="sibTrans" cxnId="{576E3A05-145E-4A13-A050-1DAA76EB50C4}">
      <dgm:prSet/>
      <dgm:spPr/>
      <dgm:t>
        <a:bodyPr/>
        <a:lstStyle/>
        <a:p>
          <a:endParaRPr lang="en-US"/>
        </a:p>
      </dgm:t>
    </dgm:pt>
    <dgm:pt modelId="{024D5CC9-4A8A-4F98-95C2-02408619B961}">
      <dgm:prSet/>
      <dgm:spPr/>
      <dgm:t>
        <a:bodyPr/>
        <a:lstStyle/>
        <a:p>
          <a:r>
            <a:rPr lang="en-US" b="1" i="0" dirty="0"/>
            <a:t>Preprocessing</a:t>
          </a:r>
          <a:endParaRPr lang="en-US" b="0" i="0" dirty="0"/>
        </a:p>
      </dgm:t>
    </dgm:pt>
    <dgm:pt modelId="{27197E61-49CB-4B7A-B83D-08887836BDEF}" type="parTrans" cxnId="{544EAC89-CC00-40FE-BE93-0D990AB960DC}">
      <dgm:prSet/>
      <dgm:spPr/>
      <dgm:t>
        <a:bodyPr/>
        <a:lstStyle/>
        <a:p>
          <a:endParaRPr lang="en-US"/>
        </a:p>
      </dgm:t>
    </dgm:pt>
    <dgm:pt modelId="{EC815A52-B55A-43C1-B401-E3F8DE9D8291}" type="sibTrans" cxnId="{544EAC89-CC00-40FE-BE93-0D990AB960DC}">
      <dgm:prSet/>
      <dgm:spPr/>
      <dgm:t>
        <a:bodyPr/>
        <a:lstStyle/>
        <a:p>
          <a:endParaRPr lang="en-US"/>
        </a:p>
      </dgm:t>
    </dgm:pt>
    <dgm:pt modelId="{FC1BC60C-F209-4553-86E1-563BDC3FA2D9}">
      <dgm:prSet/>
      <dgm:spPr/>
      <dgm:t>
        <a:bodyPr/>
        <a:lstStyle/>
        <a:p>
          <a:r>
            <a:rPr lang="en-US" b="1" i="0" dirty="0"/>
            <a:t>Workflow &amp; Key Components</a:t>
          </a:r>
          <a:endParaRPr lang="en-US" b="0" i="0" dirty="0"/>
        </a:p>
      </dgm:t>
    </dgm:pt>
    <dgm:pt modelId="{AB9CAB72-F4DB-46FD-85A5-F9B05B173E10}" type="parTrans" cxnId="{99BA335B-9FBB-487C-BA6D-6E99D8A57C91}">
      <dgm:prSet/>
      <dgm:spPr/>
      <dgm:t>
        <a:bodyPr/>
        <a:lstStyle/>
        <a:p>
          <a:endParaRPr lang="en-US"/>
        </a:p>
      </dgm:t>
    </dgm:pt>
    <dgm:pt modelId="{481B162D-B89B-4C69-A7F1-189BCEDE2457}" type="sibTrans" cxnId="{99BA335B-9FBB-487C-BA6D-6E99D8A57C91}">
      <dgm:prSet/>
      <dgm:spPr/>
      <dgm:t>
        <a:bodyPr/>
        <a:lstStyle/>
        <a:p>
          <a:endParaRPr lang="en-US"/>
        </a:p>
      </dgm:t>
    </dgm:pt>
    <dgm:pt modelId="{3B9F6E52-D18A-441A-9D84-C2A247019A3B}">
      <dgm:prSet/>
      <dgm:spPr/>
      <dgm:t>
        <a:bodyPr/>
        <a:lstStyle/>
        <a:p>
          <a:r>
            <a:rPr lang="en-US" b="1" i="0" dirty="0"/>
            <a:t>Problem Statement </a:t>
          </a:r>
          <a:endParaRPr lang="en-US" b="0" i="0" dirty="0"/>
        </a:p>
      </dgm:t>
    </dgm:pt>
    <dgm:pt modelId="{46A310EB-9869-404F-91BB-2CED108A96F4}" type="sibTrans" cxnId="{5E23A98D-9BF0-4719-A411-DB7DA9BC91A9}">
      <dgm:prSet/>
      <dgm:spPr/>
      <dgm:t>
        <a:bodyPr/>
        <a:lstStyle/>
        <a:p>
          <a:endParaRPr lang="en-US"/>
        </a:p>
      </dgm:t>
    </dgm:pt>
    <dgm:pt modelId="{4704E4F0-A989-4595-AF0C-6F2449C74274}" type="parTrans" cxnId="{5E23A98D-9BF0-4719-A411-DB7DA9BC91A9}">
      <dgm:prSet/>
      <dgm:spPr/>
      <dgm:t>
        <a:bodyPr/>
        <a:lstStyle/>
        <a:p>
          <a:endParaRPr lang="en-US"/>
        </a:p>
      </dgm:t>
    </dgm:pt>
    <dgm:pt modelId="{56A9BBE5-A870-4C43-8DC6-44DD6866B296}">
      <dgm:prSet custT="1"/>
      <dgm:spPr/>
      <dgm:t>
        <a:bodyPr/>
        <a:lstStyle/>
        <a:p>
          <a:r>
            <a:rPr lang="en-US" sz="1800" b="0" i="0" dirty="0"/>
            <a:t>Key Strengths &amp; Applications</a:t>
          </a:r>
          <a:endParaRPr lang="en-IN" sz="2400" b="1" dirty="0"/>
        </a:p>
      </dgm:t>
    </dgm:pt>
    <dgm:pt modelId="{A43BE584-0271-43A1-99FB-CA6C6D6BF314}" type="parTrans" cxnId="{664EDF1C-43DD-4832-958B-9FC5D09B1353}">
      <dgm:prSet/>
      <dgm:spPr/>
      <dgm:t>
        <a:bodyPr/>
        <a:lstStyle/>
        <a:p>
          <a:endParaRPr lang="en-IN"/>
        </a:p>
      </dgm:t>
    </dgm:pt>
    <dgm:pt modelId="{45BC0256-5E78-4593-B52A-40A6BAB6D571}" type="sibTrans" cxnId="{664EDF1C-43DD-4832-958B-9FC5D09B1353}">
      <dgm:prSet/>
      <dgm:spPr/>
      <dgm:t>
        <a:bodyPr/>
        <a:lstStyle/>
        <a:p>
          <a:endParaRPr lang="en-IN"/>
        </a:p>
      </dgm:t>
    </dgm:pt>
    <dgm:pt modelId="{E6DB5F89-E253-4310-A74E-8E5D71908415}">
      <dgm:prSet custT="1"/>
      <dgm:spPr/>
      <dgm:t>
        <a:bodyPr/>
        <a:lstStyle/>
        <a:p>
          <a:r>
            <a:rPr lang="en-US" sz="1800" b="1" i="0" dirty="0"/>
            <a:t>Output Showcase</a:t>
          </a:r>
          <a:endParaRPr lang="en-IN" sz="1800" dirty="0"/>
        </a:p>
      </dgm:t>
    </dgm:pt>
    <dgm:pt modelId="{102E205D-C898-40D5-AB81-4573EBFDC67F}" type="parTrans" cxnId="{3DEF0E67-C2D2-4A1C-8B28-A6243E365F81}">
      <dgm:prSet/>
      <dgm:spPr/>
      <dgm:t>
        <a:bodyPr/>
        <a:lstStyle/>
        <a:p>
          <a:endParaRPr lang="en-IN"/>
        </a:p>
      </dgm:t>
    </dgm:pt>
    <dgm:pt modelId="{88FC5890-59D2-46ED-8B9D-FB4BB153A4EC}" type="sibTrans" cxnId="{3DEF0E67-C2D2-4A1C-8B28-A6243E365F81}">
      <dgm:prSet/>
      <dgm:spPr/>
      <dgm:t>
        <a:bodyPr/>
        <a:lstStyle/>
        <a:p>
          <a:endParaRPr lang="en-IN"/>
        </a:p>
      </dgm:t>
    </dgm:pt>
    <dgm:pt modelId="{71D0D29D-D4DD-4A74-8F30-551BCAF4A529}">
      <dgm:prSet custT="1"/>
      <dgm:spPr/>
      <dgm:t>
        <a:bodyPr/>
        <a:lstStyle/>
        <a:p>
          <a:r>
            <a:rPr lang="en-US" sz="1800" b="1" dirty="0"/>
            <a:t>Conclusion</a:t>
          </a:r>
          <a:endParaRPr lang="en-IN" sz="1800" dirty="0"/>
        </a:p>
      </dgm:t>
    </dgm:pt>
    <dgm:pt modelId="{FD994E19-3D18-4A54-87A8-83B5C1CAB235}" type="parTrans" cxnId="{7B144600-6E3F-4D3F-89BB-C6AD0A0A273F}">
      <dgm:prSet/>
      <dgm:spPr/>
      <dgm:t>
        <a:bodyPr/>
        <a:lstStyle/>
        <a:p>
          <a:endParaRPr lang="en-IN"/>
        </a:p>
      </dgm:t>
    </dgm:pt>
    <dgm:pt modelId="{6D2DD3DC-4B14-414E-A234-F6AE745A9083}" type="sibTrans" cxnId="{7B144600-6E3F-4D3F-89BB-C6AD0A0A273F}">
      <dgm:prSet/>
      <dgm:spPr/>
      <dgm:t>
        <a:bodyPr/>
        <a:lstStyle/>
        <a:p>
          <a:endParaRPr lang="en-IN"/>
        </a:p>
      </dgm:t>
    </dgm:pt>
    <dgm:pt modelId="{10063DCB-6A97-4D0A-A8C4-ECF403421734}" type="pres">
      <dgm:prSet presAssocID="{15E649FB-81CE-4DEC-8FE9-DF62EF455809}" presName="linear" presStyleCnt="0">
        <dgm:presLayoutVars>
          <dgm:dir/>
          <dgm:animLvl val="lvl"/>
          <dgm:resizeHandles val="exact"/>
        </dgm:presLayoutVars>
      </dgm:prSet>
      <dgm:spPr/>
    </dgm:pt>
    <dgm:pt modelId="{D5F23772-788B-407B-B784-D5638CEDF8CD}" type="pres">
      <dgm:prSet presAssocID="{52DA5D0D-1D18-4B69-BAB0-E04FCC067DC7}" presName="parentLin" presStyleCnt="0"/>
      <dgm:spPr/>
    </dgm:pt>
    <dgm:pt modelId="{E605CA5C-F28F-463D-8FFD-86FD3A5C32A6}" type="pres">
      <dgm:prSet presAssocID="{52DA5D0D-1D18-4B69-BAB0-E04FCC067DC7}" presName="parentLeftMargin" presStyleLbl="node1" presStyleIdx="0" presStyleCnt="8"/>
      <dgm:spPr/>
    </dgm:pt>
    <dgm:pt modelId="{86F5704D-CF0F-4BB6-B618-C2AD7AA3758F}" type="pres">
      <dgm:prSet presAssocID="{52DA5D0D-1D18-4B69-BAB0-E04FCC067DC7}" presName="parentText" presStyleLbl="node1" presStyleIdx="0" presStyleCnt="8" custLinFactNeighborX="2343" custLinFactNeighborY="13286">
        <dgm:presLayoutVars>
          <dgm:chMax val="0"/>
          <dgm:bulletEnabled val="1"/>
        </dgm:presLayoutVars>
      </dgm:prSet>
      <dgm:spPr/>
    </dgm:pt>
    <dgm:pt modelId="{9F3D71B6-FF82-4B26-A3F7-B3D05BA1047D}" type="pres">
      <dgm:prSet presAssocID="{52DA5D0D-1D18-4B69-BAB0-E04FCC067DC7}" presName="negativeSpace" presStyleCnt="0"/>
      <dgm:spPr/>
    </dgm:pt>
    <dgm:pt modelId="{7286D234-01A9-4050-BDA1-948C0FBAEEF7}" type="pres">
      <dgm:prSet presAssocID="{52DA5D0D-1D18-4B69-BAB0-E04FCC067DC7}" presName="childText" presStyleLbl="conFgAcc1" presStyleIdx="0" presStyleCnt="8">
        <dgm:presLayoutVars>
          <dgm:bulletEnabled val="1"/>
        </dgm:presLayoutVars>
      </dgm:prSet>
      <dgm:spPr/>
    </dgm:pt>
    <dgm:pt modelId="{71392594-CEC6-4997-9F67-12F692CD05C7}" type="pres">
      <dgm:prSet presAssocID="{18AF3990-8D4E-4073-8520-2422DCAA8A07}" presName="spaceBetweenRectangles" presStyleCnt="0"/>
      <dgm:spPr/>
    </dgm:pt>
    <dgm:pt modelId="{5A8CAC6D-FD92-4095-A41B-8472C6BBF84D}" type="pres">
      <dgm:prSet presAssocID="{6FD406D6-A3D0-4007-9466-4A0728003FB1}" presName="parentLin" presStyleCnt="0"/>
      <dgm:spPr/>
    </dgm:pt>
    <dgm:pt modelId="{5323D44E-85EB-440F-82F5-51C6589F827E}" type="pres">
      <dgm:prSet presAssocID="{6FD406D6-A3D0-4007-9466-4A0728003FB1}" presName="parentLeftMargin" presStyleLbl="node1" presStyleIdx="0" presStyleCnt="8"/>
      <dgm:spPr/>
    </dgm:pt>
    <dgm:pt modelId="{43CDECA6-5C9C-4A90-8316-7178FFCC058A}" type="pres">
      <dgm:prSet presAssocID="{6FD406D6-A3D0-4007-9466-4A0728003FB1}" presName="parentText" presStyleLbl="node1" presStyleIdx="1" presStyleCnt="8">
        <dgm:presLayoutVars>
          <dgm:chMax val="0"/>
          <dgm:bulletEnabled val="1"/>
        </dgm:presLayoutVars>
      </dgm:prSet>
      <dgm:spPr/>
    </dgm:pt>
    <dgm:pt modelId="{F62C5450-1413-4F08-8A1B-881358A14B62}" type="pres">
      <dgm:prSet presAssocID="{6FD406D6-A3D0-4007-9466-4A0728003FB1}" presName="negativeSpace" presStyleCnt="0"/>
      <dgm:spPr/>
    </dgm:pt>
    <dgm:pt modelId="{3754F04B-5916-430B-B867-6CB380056349}" type="pres">
      <dgm:prSet presAssocID="{6FD406D6-A3D0-4007-9466-4A0728003FB1}" presName="childText" presStyleLbl="conFgAcc1" presStyleIdx="1" presStyleCnt="8">
        <dgm:presLayoutVars>
          <dgm:bulletEnabled val="1"/>
        </dgm:presLayoutVars>
      </dgm:prSet>
      <dgm:spPr/>
    </dgm:pt>
    <dgm:pt modelId="{35EA8EDB-1499-4423-B8D6-A5A498299D93}" type="pres">
      <dgm:prSet presAssocID="{A058BAA1-43A3-43A2-8CEE-D2AA67223858}" presName="spaceBetweenRectangles" presStyleCnt="0"/>
      <dgm:spPr/>
    </dgm:pt>
    <dgm:pt modelId="{F2E56576-C580-46A8-A38A-C80F1A1FC000}" type="pres">
      <dgm:prSet presAssocID="{3B9F6E52-D18A-441A-9D84-C2A247019A3B}" presName="parentLin" presStyleCnt="0"/>
      <dgm:spPr/>
    </dgm:pt>
    <dgm:pt modelId="{41D2FF94-C9E2-4363-9279-15F8487AF38A}" type="pres">
      <dgm:prSet presAssocID="{3B9F6E52-D18A-441A-9D84-C2A247019A3B}" presName="parentLeftMargin" presStyleLbl="node1" presStyleIdx="1" presStyleCnt="8"/>
      <dgm:spPr/>
    </dgm:pt>
    <dgm:pt modelId="{5CE590DF-CE7E-42B8-B324-6EB9CB6A9893}" type="pres">
      <dgm:prSet presAssocID="{3B9F6E52-D18A-441A-9D84-C2A247019A3B}" presName="parentText" presStyleLbl="node1" presStyleIdx="2" presStyleCnt="8">
        <dgm:presLayoutVars>
          <dgm:chMax val="0"/>
          <dgm:bulletEnabled val="1"/>
        </dgm:presLayoutVars>
      </dgm:prSet>
      <dgm:spPr/>
    </dgm:pt>
    <dgm:pt modelId="{AC2B2B51-12E6-4E71-BEBF-7CD3D53C2A12}" type="pres">
      <dgm:prSet presAssocID="{3B9F6E52-D18A-441A-9D84-C2A247019A3B}" presName="negativeSpace" presStyleCnt="0"/>
      <dgm:spPr/>
    </dgm:pt>
    <dgm:pt modelId="{ED142654-C3AA-4DD1-9854-CC52871C46B8}" type="pres">
      <dgm:prSet presAssocID="{3B9F6E52-D18A-441A-9D84-C2A247019A3B}" presName="childText" presStyleLbl="conFgAcc1" presStyleIdx="2" presStyleCnt="8">
        <dgm:presLayoutVars>
          <dgm:bulletEnabled val="1"/>
        </dgm:presLayoutVars>
      </dgm:prSet>
      <dgm:spPr/>
    </dgm:pt>
    <dgm:pt modelId="{0C6299AD-E31F-41F0-A784-48A74AAB240B}" type="pres">
      <dgm:prSet presAssocID="{46A310EB-9869-404F-91BB-2CED108A96F4}" presName="spaceBetweenRectangles" presStyleCnt="0"/>
      <dgm:spPr/>
    </dgm:pt>
    <dgm:pt modelId="{9B3894CC-936F-4B43-8326-49DB7413A46D}" type="pres">
      <dgm:prSet presAssocID="{024D5CC9-4A8A-4F98-95C2-02408619B961}" presName="parentLin" presStyleCnt="0"/>
      <dgm:spPr/>
    </dgm:pt>
    <dgm:pt modelId="{DCBB951C-5D72-4810-8F28-CFC528FDC5EC}" type="pres">
      <dgm:prSet presAssocID="{024D5CC9-4A8A-4F98-95C2-02408619B961}" presName="parentLeftMargin" presStyleLbl="node1" presStyleIdx="2" presStyleCnt="8"/>
      <dgm:spPr/>
    </dgm:pt>
    <dgm:pt modelId="{09C0E455-98B2-42BE-9620-8BB6D0660007}" type="pres">
      <dgm:prSet presAssocID="{024D5CC9-4A8A-4F98-95C2-02408619B961}" presName="parentText" presStyleLbl="node1" presStyleIdx="3" presStyleCnt="8">
        <dgm:presLayoutVars>
          <dgm:chMax val="0"/>
          <dgm:bulletEnabled val="1"/>
        </dgm:presLayoutVars>
      </dgm:prSet>
      <dgm:spPr/>
    </dgm:pt>
    <dgm:pt modelId="{1C83202B-FB9F-4855-BF9C-AB7264241C58}" type="pres">
      <dgm:prSet presAssocID="{024D5CC9-4A8A-4F98-95C2-02408619B961}" presName="negativeSpace" presStyleCnt="0"/>
      <dgm:spPr/>
    </dgm:pt>
    <dgm:pt modelId="{C6154E61-18D2-4946-BA25-9D616F71186C}" type="pres">
      <dgm:prSet presAssocID="{024D5CC9-4A8A-4F98-95C2-02408619B961}" presName="childText" presStyleLbl="conFgAcc1" presStyleIdx="3" presStyleCnt="8">
        <dgm:presLayoutVars>
          <dgm:bulletEnabled val="1"/>
        </dgm:presLayoutVars>
      </dgm:prSet>
      <dgm:spPr/>
    </dgm:pt>
    <dgm:pt modelId="{56E55B66-9ED8-4BE6-827D-D17976A2D4DB}" type="pres">
      <dgm:prSet presAssocID="{EC815A52-B55A-43C1-B401-E3F8DE9D8291}" presName="spaceBetweenRectangles" presStyleCnt="0"/>
      <dgm:spPr/>
    </dgm:pt>
    <dgm:pt modelId="{F1280C30-84CC-4119-83C5-C8D5AEC642A4}" type="pres">
      <dgm:prSet presAssocID="{FC1BC60C-F209-4553-86E1-563BDC3FA2D9}" presName="parentLin" presStyleCnt="0"/>
      <dgm:spPr/>
    </dgm:pt>
    <dgm:pt modelId="{3A6AF5A9-49CE-40CC-87AA-D275D1FA3DC9}" type="pres">
      <dgm:prSet presAssocID="{FC1BC60C-F209-4553-86E1-563BDC3FA2D9}" presName="parentLeftMargin" presStyleLbl="node1" presStyleIdx="3" presStyleCnt="8"/>
      <dgm:spPr/>
    </dgm:pt>
    <dgm:pt modelId="{4C661305-07EA-4DF9-AF3E-FE7425B68DAA}" type="pres">
      <dgm:prSet presAssocID="{FC1BC60C-F209-4553-86E1-563BDC3FA2D9}" presName="parentText" presStyleLbl="node1" presStyleIdx="4" presStyleCnt="8">
        <dgm:presLayoutVars>
          <dgm:chMax val="0"/>
          <dgm:bulletEnabled val="1"/>
        </dgm:presLayoutVars>
      </dgm:prSet>
      <dgm:spPr/>
    </dgm:pt>
    <dgm:pt modelId="{2ED55B78-20FD-4B3D-922E-E1AF3860137F}" type="pres">
      <dgm:prSet presAssocID="{FC1BC60C-F209-4553-86E1-563BDC3FA2D9}" presName="negativeSpace" presStyleCnt="0"/>
      <dgm:spPr/>
    </dgm:pt>
    <dgm:pt modelId="{7DB42BC7-2ECD-4391-9AF4-75E09BD6C3D5}" type="pres">
      <dgm:prSet presAssocID="{FC1BC60C-F209-4553-86E1-563BDC3FA2D9}" presName="childText" presStyleLbl="conFgAcc1" presStyleIdx="4" presStyleCnt="8">
        <dgm:presLayoutVars>
          <dgm:bulletEnabled val="1"/>
        </dgm:presLayoutVars>
      </dgm:prSet>
      <dgm:spPr/>
    </dgm:pt>
    <dgm:pt modelId="{806C98FB-BCDC-40DD-B75B-C4EBE4BE04D2}" type="pres">
      <dgm:prSet presAssocID="{481B162D-B89B-4C69-A7F1-189BCEDE2457}" presName="spaceBetweenRectangles" presStyleCnt="0"/>
      <dgm:spPr/>
    </dgm:pt>
    <dgm:pt modelId="{C5734043-C6D4-4468-A7A8-C2BACCBDE483}" type="pres">
      <dgm:prSet presAssocID="{56A9BBE5-A870-4C43-8DC6-44DD6866B296}" presName="parentLin" presStyleCnt="0"/>
      <dgm:spPr/>
    </dgm:pt>
    <dgm:pt modelId="{85183EC5-5AFC-45D6-A563-2B44DB6CC6C9}" type="pres">
      <dgm:prSet presAssocID="{56A9BBE5-A870-4C43-8DC6-44DD6866B296}" presName="parentLeftMargin" presStyleLbl="node1" presStyleIdx="4" presStyleCnt="8"/>
      <dgm:spPr/>
    </dgm:pt>
    <dgm:pt modelId="{B563EDF7-A78A-4F0A-9624-C619A42FADDF}" type="pres">
      <dgm:prSet presAssocID="{56A9BBE5-A870-4C43-8DC6-44DD6866B296}" presName="parentText" presStyleLbl="node1" presStyleIdx="5" presStyleCnt="8">
        <dgm:presLayoutVars>
          <dgm:chMax val="0"/>
          <dgm:bulletEnabled val="1"/>
        </dgm:presLayoutVars>
      </dgm:prSet>
      <dgm:spPr/>
    </dgm:pt>
    <dgm:pt modelId="{E128810E-5FCA-4F94-87FC-9F07DE5BA38D}" type="pres">
      <dgm:prSet presAssocID="{56A9BBE5-A870-4C43-8DC6-44DD6866B296}" presName="negativeSpace" presStyleCnt="0"/>
      <dgm:spPr/>
    </dgm:pt>
    <dgm:pt modelId="{ABA6ED83-2A36-47C7-98CA-3E59DA3B673C}" type="pres">
      <dgm:prSet presAssocID="{56A9BBE5-A870-4C43-8DC6-44DD6866B296}" presName="childText" presStyleLbl="conFgAcc1" presStyleIdx="5" presStyleCnt="8">
        <dgm:presLayoutVars>
          <dgm:bulletEnabled val="1"/>
        </dgm:presLayoutVars>
      </dgm:prSet>
      <dgm:spPr/>
    </dgm:pt>
    <dgm:pt modelId="{D8411504-94BA-40A1-B56C-C49F2EA8FA19}" type="pres">
      <dgm:prSet presAssocID="{45BC0256-5E78-4593-B52A-40A6BAB6D571}" presName="spaceBetweenRectangles" presStyleCnt="0"/>
      <dgm:spPr/>
    </dgm:pt>
    <dgm:pt modelId="{3F9ABCA5-0184-4EAE-B8EE-4CAD0F8B8465}" type="pres">
      <dgm:prSet presAssocID="{E6DB5F89-E253-4310-A74E-8E5D71908415}" presName="parentLin" presStyleCnt="0"/>
      <dgm:spPr/>
    </dgm:pt>
    <dgm:pt modelId="{3A26F125-CF33-40C2-94A9-2919F3745CBE}" type="pres">
      <dgm:prSet presAssocID="{E6DB5F89-E253-4310-A74E-8E5D71908415}" presName="parentLeftMargin" presStyleLbl="node1" presStyleIdx="5" presStyleCnt="8"/>
      <dgm:spPr/>
    </dgm:pt>
    <dgm:pt modelId="{D2C1005B-0139-456E-BA39-E08086277555}" type="pres">
      <dgm:prSet presAssocID="{E6DB5F89-E253-4310-A74E-8E5D71908415}" presName="parentText" presStyleLbl="node1" presStyleIdx="6" presStyleCnt="8">
        <dgm:presLayoutVars>
          <dgm:chMax val="0"/>
          <dgm:bulletEnabled val="1"/>
        </dgm:presLayoutVars>
      </dgm:prSet>
      <dgm:spPr/>
    </dgm:pt>
    <dgm:pt modelId="{5C5CED13-228A-41A3-8B70-CD648A942490}" type="pres">
      <dgm:prSet presAssocID="{E6DB5F89-E253-4310-A74E-8E5D71908415}" presName="negativeSpace" presStyleCnt="0"/>
      <dgm:spPr/>
    </dgm:pt>
    <dgm:pt modelId="{2BE8E372-0FA0-4358-B560-132CFD2BB2C4}" type="pres">
      <dgm:prSet presAssocID="{E6DB5F89-E253-4310-A74E-8E5D71908415}" presName="childText" presStyleLbl="conFgAcc1" presStyleIdx="6" presStyleCnt="8">
        <dgm:presLayoutVars>
          <dgm:bulletEnabled val="1"/>
        </dgm:presLayoutVars>
      </dgm:prSet>
      <dgm:spPr/>
    </dgm:pt>
    <dgm:pt modelId="{D5391EC2-7DF4-4C09-B7D6-FEB83E02AAB1}" type="pres">
      <dgm:prSet presAssocID="{88FC5890-59D2-46ED-8B9D-FB4BB153A4EC}" presName="spaceBetweenRectangles" presStyleCnt="0"/>
      <dgm:spPr/>
    </dgm:pt>
    <dgm:pt modelId="{B373AF3A-1F8F-409E-87BE-EB6445BD8836}" type="pres">
      <dgm:prSet presAssocID="{71D0D29D-D4DD-4A74-8F30-551BCAF4A529}" presName="parentLin" presStyleCnt="0"/>
      <dgm:spPr/>
    </dgm:pt>
    <dgm:pt modelId="{DBD95AFE-FD62-4152-971D-873829613DDD}" type="pres">
      <dgm:prSet presAssocID="{71D0D29D-D4DD-4A74-8F30-551BCAF4A529}" presName="parentLeftMargin" presStyleLbl="node1" presStyleIdx="6" presStyleCnt="8"/>
      <dgm:spPr/>
    </dgm:pt>
    <dgm:pt modelId="{CA6D8250-91AB-4F78-873C-6545E7CAEF4A}" type="pres">
      <dgm:prSet presAssocID="{71D0D29D-D4DD-4A74-8F30-551BCAF4A529}" presName="parentText" presStyleLbl="node1" presStyleIdx="7" presStyleCnt="8">
        <dgm:presLayoutVars>
          <dgm:chMax val="0"/>
          <dgm:bulletEnabled val="1"/>
        </dgm:presLayoutVars>
      </dgm:prSet>
      <dgm:spPr/>
    </dgm:pt>
    <dgm:pt modelId="{7C345B7B-1D87-422B-809F-EF12F1E2C72B}" type="pres">
      <dgm:prSet presAssocID="{71D0D29D-D4DD-4A74-8F30-551BCAF4A529}" presName="negativeSpace" presStyleCnt="0"/>
      <dgm:spPr/>
    </dgm:pt>
    <dgm:pt modelId="{A4AB0FE5-17D3-42F0-88D3-3BD58E722BFF}" type="pres">
      <dgm:prSet presAssocID="{71D0D29D-D4DD-4A74-8F30-551BCAF4A529}" presName="childText" presStyleLbl="conFgAcc1" presStyleIdx="7" presStyleCnt="8">
        <dgm:presLayoutVars>
          <dgm:bulletEnabled val="1"/>
        </dgm:presLayoutVars>
      </dgm:prSet>
      <dgm:spPr/>
    </dgm:pt>
  </dgm:ptLst>
  <dgm:cxnLst>
    <dgm:cxn modelId="{7B144600-6E3F-4D3F-89BB-C6AD0A0A273F}" srcId="{15E649FB-81CE-4DEC-8FE9-DF62EF455809}" destId="{71D0D29D-D4DD-4A74-8F30-551BCAF4A529}" srcOrd="7" destOrd="0" parTransId="{FD994E19-3D18-4A54-87A8-83B5C1CAB235}" sibTransId="{6D2DD3DC-4B14-414E-A234-F6AE745A9083}"/>
    <dgm:cxn modelId="{576E3A05-145E-4A13-A050-1DAA76EB50C4}" srcId="{15E649FB-81CE-4DEC-8FE9-DF62EF455809}" destId="{6FD406D6-A3D0-4007-9466-4A0728003FB1}" srcOrd="1" destOrd="0" parTransId="{0BBE0CE4-1F81-4E61-9239-1EEA9D3C5B11}" sibTransId="{A058BAA1-43A3-43A2-8CEE-D2AA67223858}"/>
    <dgm:cxn modelId="{664EDF1C-43DD-4832-958B-9FC5D09B1353}" srcId="{15E649FB-81CE-4DEC-8FE9-DF62EF455809}" destId="{56A9BBE5-A870-4C43-8DC6-44DD6866B296}" srcOrd="5" destOrd="0" parTransId="{A43BE584-0271-43A1-99FB-CA6C6D6BF314}" sibTransId="{45BC0256-5E78-4593-B52A-40A6BAB6D571}"/>
    <dgm:cxn modelId="{262BC22B-D77A-4B89-BB7E-4D89D18C6DAE}" type="presOf" srcId="{E6DB5F89-E253-4310-A74E-8E5D71908415}" destId="{3A26F125-CF33-40C2-94A9-2919F3745CBE}" srcOrd="0" destOrd="0" presId="urn:microsoft.com/office/officeart/2005/8/layout/list1"/>
    <dgm:cxn modelId="{81CB712D-3792-4EC5-BF31-DC421A1143F7}" type="presOf" srcId="{52DA5D0D-1D18-4B69-BAB0-E04FCC067DC7}" destId="{86F5704D-CF0F-4BB6-B618-C2AD7AA3758F}" srcOrd="1" destOrd="0" presId="urn:microsoft.com/office/officeart/2005/8/layout/list1"/>
    <dgm:cxn modelId="{5A686233-ACBF-40A9-8D36-80A3AC574EDD}" type="presOf" srcId="{024D5CC9-4A8A-4F98-95C2-02408619B961}" destId="{DCBB951C-5D72-4810-8F28-CFC528FDC5EC}" srcOrd="0" destOrd="0" presId="urn:microsoft.com/office/officeart/2005/8/layout/list1"/>
    <dgm:cxn modelId="{85749F3A-062A-4188-9978-A5723F605495}" type="presOf" srcId="{3B9F6E52-D18A-441A-9D84-C2A247019A3B}" destId="{5CE590DF-CE7E-42B8-B324-6EB9CB6A9893}" srcOrd="1" destOrd="0" presId="urn:microsoft.com/office/officeart/2005/8/layout/list1"/>
    <dgm:cxn modelId="{00D3FF3C-E9C8-4645-8C22-D3C8A60BE4A1}" type="presOf" srcId="{56A9BBE5-A870-4C43-8DC6-44DD6866B296}" destId="{B563EDF7-A78A-4F0A-9624-C619A42FADDF}" srcOrd="1" destOrd="0" presId="urn:microsoft.com/office/officeart/2005/8/layout/list1"/>
    <dgm:cxn modelId="{99BA335B-9FBB-487C-BA6D-6E99D8A57C91}" srcId="{15E649FB-81CE-4DEC-8FE9-DF62EF455809}" destId="{FC1BC60C-F209-4553-86E1-563BDC3FA2D9}" srcOrd="4" destOrd="0" parTransId="{AB9CAB72-F4DB-46FD-85A5-F9B05B173E10}" sibTransId="{481B162D-B89B-4C69-A7F1-189BCEDE2457}"/>
    <dgm:cxn modelId="{3DEF0E67-C2D2-4A1C-8B28-A6243E365F81}" srcId="{15E649FB-81CE-4DEC-8FE9-DF62EF455809}" destId="{E6DB5F89-E253-4310-A74E-8E5D71908415}" srcOrd="6" destOrd="0" parTransId="{102E205D-C898-40D5-AB81-4573EBFDC67F}" sibTransId="{88FC5890-59D2-46ED-8B9D-FB4BB153A4EC}"/>
    <dgm:cxn modelId="{A810A087-C7D0-4A9C-9B12-5FCB9B23025E}" type="presOf" srcId="{3B9F6E52-D18A-441A-9D84-C2A247019A3B}" destId="{41D2FF94-C9E2-4363-9279-15F8487AF38A}" srcOrd="0" destOrd="0" presId="urn:microsoft.com/office/officeart/2005/8/layout/list1"/>
    <dgm:cxn modelId="{544EAC89-CC00-40FE-BE93-0D990AB960DC}" srcId="{15E649FB-81CE-4DEC-8FE9-DF62EF455809}" destId="{024D5CC9-4A8A-4F98-95C2-02408619B961}" srcOrd="3" destOrd="0" parTransId="{27197E61-49CB-4B7A-B83D-08887836BDEF}" sibTransId="{EC815A52-B55A-43C1-B401-E3F8DE9D8291}"/>
    <dgm:cxn modelId="{5E23A98D-9BF0-4719-A411-DB7DA9BC91A9}" srcId="{15E649FB-81CE-4DEC-8FE9-DF62EF455809}" destId="{3B9F6E52-D18A-441A-9D84-C2A247019A3B}" srcOrd="2" destOrd="0" parTransId="{4704E4F0-A989-4595-AF0C-6F2449C74274}" sibTransId="{46A310EB-9869-404F-91BB-2CED108A96F4}"/>
    <dgm:cxn modelId="{8DD416B0-7235-44C8-B985-C2BE4AB48E62}" type="presOf" srcId="{6FD406D6-A3D0-4007-9466-4A0728003FB1}" destId="{43CDECA6-5C9C-4A90-8316-7178FFCC058A}" srcOrd="1" destOrd="0" presId="urn:microsoft.com/office/officeart/2005/8/layout/list1"/>
    <dgm:cxn modelId="{BC17CFB0-2C6F-4029-9A27-4CAAD9898A01}" type="presOf" srcId="{56A9BBE5-A870-4C43-8DC6-44DD6866B296}" destId="{85183EC5-5AFC-45D6-A563-2B44DB6CC6C9}" srcOrd="0" destOrd="0" presId="urn:microsoft.com/office/officeart/2005/8/layout/list1"/>
    <dgm:cxn modelId="{43DC7BB1-47F9-4848-ACCE-05E5D69631F7}" type="presOf" srcId="{024D5CC9-4A8A-4F98-95C2-02408619B961}" destId="{09C0E455-98B2-42BE-9620-8BB6D0660007}" srcOrd="1" destOrd="0" presId="urn:microsoft.com/office/officeart/2005/8/layout/list1"/>
    <dgm:cxn modelId="{801430B4-691B-46F1-8C15-E3FB9DC5EF2A}" type="presOf" srcId="{FC1BC60C-F209-4553-86E1-563BDC3FA2D9}" destId="{4C661305-07EA-4DF9-AF3E-FE7425B68DAA}" srcOrd="1" destOrd="0" presId="urn:microsoft.com/office/officeart/2005/8/layout/list1"/>
    <dgm:cxn modelId="{DC2C47B9-807D-4E7D-AF71-F25DA9FF42F5}" type="presOf" srcId="{FC1BC60C-F209-4553-86E1-563BDC3FA2D9}" destId="{3A6AF5A9-49CE-40CC-87AA-D275D1FA3DC9}" srcOrd="0" destOrd="0" presId="urn:microsoft.com/office/officeart/2005/8/layout/list1"/>
    <dgm:cxn modelId="{84D0E9C0-C098-4238-A225-25BEDE41670E}" type="presOf" srcId="{15E649FB-81CE-4DEC-8FE9-DF62EF455809}" destId="{10063DCB-6A97-4D0A-A8C4-ECF403421734}" srcOrd="0" destOrd="0" presId="urn:microsoft.com/office/officeart/2005/8/layout/list1"/>
    <dgm:cxn modelId="{87F3FBC7-DA3D-45C7-A1E1-D04235B3F01A}" type="presOf" srcId="{52DA5D0D-1D18-4B69-BAB0-E04FCC067DC7}" destId="{E605CA5C-F28F-463D-8FFD-86FD3A5C32A6}" srcOrd="0" destOrd="0" presId="urn:microsoft.com/office/officeart/2005/8/layout/list1"/>
    <dgm:cxn modelId="{D7DDFACD-254D-45F8-9326-CBA07785C607}" type="presOf" srcId="{71D0D29D-D4DD-4A74-8F30-551BCAF4A529}" destId="{CA6D8250-91AB-4F78-873C-6545E7CAEF4A}" srcOrd="1" destOrd="0" presId="urn:microsoft.com/office/officeart/2005/8/layout/list1"/>
    <dgm:cxn modelId="{580367CF-649B-4719-A886-66CA7A906058}" type="presOf" srcId="{E6DB5F89-E253-4310-A74E-8E5D71908415}" destId="{D2C1005B-0139-456E-BA39-E08086277555}" srcOrd="1" destOrd="0" presId="urn:microsoft.com/office/officeart/2005/8/layout/list1"/>
    <dgm:cxn modelId="{B14B2ADE-03D5-4881-9F83-9921B8E556D0}" type="presOf" srcId="{71D0D29D-D4DD-4A74-8F30-551BCAF4A529}" destId="{DBD95AFE-FD62-4152-971D-873829613DDD}" srcOrd="0" destOrd="0" presId="urn:microsoft.com/office/officeart/2005/8/layout/list1"/>
    <dgm:cxn modelId="{7054A9F2-D12C-4447-BDA5-297AF126389D}" srcId="{15E649FB-81CE-4DEC-8FE9-DF62EF455809}" destId="{52DA5D0D-1D18-4B69-BAB0-E04FCC067DC7}" srcOrd="0" destOrd="0" parTransId="{51CD3CE4-0D2C-42E8-A5A7-FB25E6F5C919}" sibTransId="{18AF3990-8D4E-4073-8520-2422DCAA8A07}"/>
    <dgm:cxn modelId="{52AD06FC-0578-4075-8005-7C6F5340D0E0}" type="presOf" srcId="{6FD406D6-A3D0-4007-9466-4A0728003FB1}" destId="{5323D44E-85EB-440F-82F5-51C6589F827E}" srcOrd="0" destOrd="0" presId="urn:microsoft.com/office/officeart/2005/8/layout/list1"/>
    <dgm:cxn modelId="{45D76D89-0B7E-44E6-9F66-F555A4C69676}" type="presParOf" srcId="{10063DCB-6A97-4D0A-A8C4-ECF403421734}" destId="{D5F23772-788B-407B-B784-D5638CEDF8CD}" srcOrd="0" destOrd="0" presId="urn:microsoft.com/office/officeart/2005/8/layout/list1"/>
    <dgm:cxn modelId="{3425FBD8-82E4-4871-BFC2-B6D94F8C229B}" type="presParOf" srcId="{D5F23772-788B-407B-B784-D5638CEDF8CD}" destId="{E605CA5C-F28F-463D-8FFD-86FD3A5C32A6}" srcOrd="0" destOrd="0" presId="urn:microsoft.com/office/officeart/2005/8/layout/list1"/>
    <dgm:cxn modelId="{462CF527-CF40-4521-BB6F-8AE0415539BD}" type="presParOf" srcId="{D5F23772-788B-407B-B784-D5638CEDF8CD}" destId="{86F5704D-CF0F-4BB6-B618-C2AD7AA3758F}" srcOrd="1" destOrd="0" presId="urn:microsoft.com/office/officeart/2005/8/layout/list1"/>
    <dgm:cxn modelId="{6C1600C2-4DA6-4051-A395-F7F9B3A2008F}" type="presParOf" srcId="{10063DCB-6A97-4D0A-A8C4-ECF403421734}" destId="{9F3D71B6-FF82-4B26-A3F7-B3D05BA1047D}" srcOrd="1" destOrd="0" presId="urn:microsoft.com/office/officeart/2005/8/layout/list1"/>
    <dgm:cxn modelId="{499D1A23-38E7-45CF-8666-149598A2FF32}" type="presParOf" srcId="{10063DCB-6A97-4D0A-A8C4-ECF403421734}" destId="{7286D234-01A9-4050-BDA1-948C0FBAEEF7}" srcOrd="2" destOrd="0" presId="urn:microsoft.com/office/officeart/2005/8/layout/list1"/>
    <dgm:cxn modelId="{F3C6BE26-9971-4C63-A380-FCF0DC433811}" type="presParOf" srcId="{10063DCB-6A97-4D0A-A8C4-ECF403421734}" destId="{71392594-CEC6-4997-9F67-12F692CD05C7}" srcOrd="3" destOrd="0" presId="urn:microsoft.com/office/officeart/2005/8/layout/list1"/>
    <dgm:cxn modelId="{1D6F4BE8-CF21-4A44-AD50-3FC4C3F16444}" type="presParOf" srcId="{10063DCB-6A97-4D0A-A8C4-ECF403421734}" destId="{5A8CAC6D-FD92-4095-A41B-8472C6BBF84D}" srcOrd="4" destOrd="0" presId="urn:microsoft.com/office/officeart/2005/8/layout/list1"/>
    <dgm:cxn modelId="{5CEB592F-184E-473F-AF06-22C01B3752EC}" type="presParOf" srcId="{5A8CAC6D-FD92-4095-A41B-8472C6BBF84D}" destId="{5323D44E-85EB-440F-82F5-51C6589F827E}" srcOrd="0" destOrd="0" presId="urn:microsoft.com/office/officeart/2005/8/layout/list1"/>
    <dgm:cxn modelId="{03F70005-2FAA-45D1-BE9A-39E6DEEB903A}" type="presParOf" srcId="{5A8CAC6D-FD92-4095-A41B-8472C6BBF84D}" destId="{43CDECA6-5C9C-4A90-8316-7178FFCC058A}" srcOrd="1" destOrd="0" presId="urn:microsoft.com/office/officeart/2005/8/layout/list1"/>
    <dgm:cxn modelId="{26582A6F-1942-4070-B819-EAA53B148B35}" type="presParOf" srcId="{10063DCB-6A97-4D0A-A8C4-ECF403421734}" destId="{F62C5450-1413-4F08-8A1B-881358A14B62}" srcOrd="5" destOrd="0" presId="urn:microsoft.com/office/officeart/2005/8/layout/list1"/>
    <dgm:cxn modelId="{3391DC7A-E6A2-4FFB-8E68-F2A313683AA8}" type="presParOf" srcId="{10063DCB-6A97-4D0A-A8C4-ECF403421734}" destId="{3754F04B-5916-430B-B867-6CB380056349}" srcOrd="6" destOrd="0" presId="urn:microsoft.com/office/officeart/2005/8/layout/list1"/>
    <dgm:cxn modelId="{62C74F27-D213-4D0F-BA1A-4869C2CE81DF}" type="presParOf" srcId="{10063DCB-6A97-4D0A-A8C4-ECF403421734}" destId="{35EA8EDB-1499-4423-B8D6-A5A498299D93}" srcOrd="7" destOrd="0" presId="urn:microsoft.com/office/officeart/2005/8/layout/list1"/>
    <dgm:cxn modelId="{829A6258-45F1-474D-BBBA-EE58B392F4E3}" type="presParOf" srcId="{10063DCB-6A97-4D0A-A8C4-ECF403421734}" destId="{F2E56576-C580-46A8-A38A-C80F1A1FC000}" srcOrd="8" destOrd="0" presId="urn:microsoft.com/office/officeart/2005/8/layout/list1"/>
    <dgm:cxn modelId="{43468816-F5F8-4B9E-A6DE-A88155BBC7DA}" type="presParOf" srcId="{F2E56576-C580-46A8-A38A-C80F1A1FC000}" destId="{41D2FF94-C9E2-4363-9279-15F8487AF38A}" srcOrd="0" destOrd="0" presId="urn:microsoft.com/office/officeart/2005/8/layout/list1"/>
    <dgm:cxn modelId="{2EA828BE-8B15-40BE-9534-018C783DBECA}" type="presParOf" srcId="{F2E56576-C580-46A8-A38A-C80F1A1FC000}" destId="{5CE590DF-CE7E-42B8-B324-6EB9CB6A9893}" srcOrd="1" destOrd="0" presId="urn:microsoft.com/office/officeart/2005/8/layout/list1"/>
    <dgm:cxn modelId="{5EE9D612-B469-4B13-B13A-E53A20D46838}" type="presParOf" srcId="{10063DCB-6A97-4D0A-A8C4-ECF403421734}" destId="{AC2B2B51-12E6-4E71-BEBF-7CD3D53C2A12}" srcOrd="9" destOrd="0" presId="urn:microsoft.com/office/officeart/2005/8/layout/list1"/>
    <dgm:cxn modelId="{7EC28250-6C0A-4B6E-8E8B-04FA5BDFAA7B}" type="presParOf" srcId="{10063DCB-6A97-4D0A-A8C4-ECF403421734}" destId="{ED142654-C3AA-4DD1-9854-CC52871C46B8}" srcOrd="10" destOrd="0" presId="urn:microsoft.com/office/officeart/2005/8/layout/list1"/>
    <dgm:cxn modelId="{B0015D63-B284-4394-84E7-F319260C8B6F}" type="presParOf" srcId="{10063DCB-6A97-4D0A-A8C4-ECF403421734}" destId="{0C6299AD-E31F-41F0-A784-48A74AAB240B}" srcOrd="11" destOrd="0" presId="urn:microsoft.com/office/officeart/2005/8/layout/list1"/>
    <dgm:cxn modelId="{F317DEEE-3BA9-4CB1-AEFC-ECF4AEE28B62}" type="presParOf" srcId="{10063DCB-6A97-4D0A-A8C4-ECF403421734}" destId="{9B3894CC-936F-4B43-8326-49DB7413A46D}" srcOrd="12" destOrd="0" presId="urn:microsoft.com/office/officeart/2005/8/layout/list1"/>
    <dgm:cxn modelId="{515AF0A2-B37B-44F0-9578-F5B56B0A9EA0}" type="presParOf" srcId="{9B3894CC-936F-4B43-8326-49DB7413A46D}" destId="{DCBB951C-5D72-4810-8F28-CFC528FDC5EC}" srcOrd="0" destOrd="0" presId="urn:microsoft.com/office/officeart/2005/8/layout/list1"/>
    <dgm:cxn modelId="{BE8EA527-4B38-404C-83ED-CF793254B70C}" type="presParOf" srcId="{9B3894CC-936F-4B43-8326-49DB7413A46D}" destId="{09C0E455-98B2-42BE-9620-8BB6D0660007}" srcOrd="1" destOrd="0" presId="urn:microsoft.com/office/officeart/2005/8/layout/list1"/>
    <dgm:cxn modelId="{B854AA5E-B0C8-454E-B69C-61C269CD1C57}" type="presParOf" srcId="{10063DCB-6A97-4D0A-A8C4-ECF403421734}" destId="{1C83202B-FB9F-4855-BF9C-AB7264241C58}" srcOrd="13" destOrd="0" presId="urn:microsoft.com/office/officeart/2005/8/layout/list1"/>
    <dgm:cxn modelId="{C694F424-8A65-44F0-8FDB-12BE4F6B92DD}" type="presParOf" srcId="{10063DCB-6A97-4D0A-A8C4-ECF403421734}" destId="{C6154E61-18D2-4946-BA25-9D616F71186C}" srcOrd="14" destOrd="0" presId="urn:microsoft.com/office/officeart/2005/8/layout/list1"/>
    <dgm:cxn modelId="{4037D5DB-A360-45A8-93AA-334A2A3A1D13}" type="presParOf" srcId="{10063DCB-6A97-4D0A-A8C4-ECF403421734}" destId="{56E55B66-9ED8-4BE6-827D-D17976A2D4DB}" srcOrd="15" destOrd="0" presId="urn:microsoft.com/office/officeart/2005/8/layout/list1"/>
    <dgm:cxn modelId="{0BAB487E-684E-43A8-9F42-1C28CC126A49}" type="presParOf" srcId="{10063DCB-6A97-4D0A-A8C4-ECF403421734}" destId="{F1280C30-84CC-4119-83C5-C8D5AEC642A4}" srcOrd="16" destOrd="0" presId="urn:microsoft.com/office/officeart/2005/8/layout/list1"/>
    <dgm:cxn modelId="{F17C9CE5-7533-4B09-96AE-7B6CF573E884}" type="presParOf" srcId="{F1280C30-84CC-4119-83C5-C8D5AEC642A4}" destId="{3A6AF5A9-49CE-40CC-87AA-D275D1FA3DC9}" srcOrd="0" destOrd="0" presId="urn:microsoft.com/office/officeart/2005/8/layout/list1"/>
    <dgm:cxn modelId="{AD9B3283-427C-40AF-8797-283AE8BE694D}" type="presParOf" srcId="{F1280C30-84CC-4119-83C5-C8D5AEC642A4}" destId="{4C661305-07EA-4DF9-AF3E-FE7425B68DAA}" srcOrd="1" destOrd="0" presId="urn:microsoft.com/office/officeart/2005/8/layout/list1"/>
    <dgm:cxn modelId="{AACF4142-6280-4ECE-8928-13C3614A312A}" type="presParOf" srcId="{10063DCB-6A97-4D0A-A8C4-ECF403421734}" destId="{2ED55B78-20FD-4B3D-922E-E1AF3860137F}" srcOrd="17" destOrd="0" presId="urn:microsoft.com/office/officeart/2005/8/layout/list1"/>
    <dgm:cxn modelId="{86A57720-4513-4035-8EC5-7C4C8595E09B}" type="presParOf" srcId="{10063DCB-6A97-4D0A-A8C4-ECF403421734}" destId="{7DB42BC7-2ECD-4391-9AF4-75E09BD6C3D5}" srcOrd="18" destOrd="0" presId="urn:microsoft.com/office/officeart/2005/8/layout/list1"/>
    <dgm:cxn modelId="{ADFE77F6-E3EA-4E98-B93F-E23115D4E100}" type="presParOf" srcId="{10063DCB-6A97-4D0A-A8C4-ECF403421734}" destId="{806C98FB-BCDC-40DD-B75B-C4EBE4BE04D2}" srcOrd="19" destOrd="0" presId="urn:microsoft.com/office/officeart/2005/8/layout/list1"/>
    <dgm:cxn modelId="{AB165B4A-A30C-47B4-B746-F3E147BCC2B9}" type="presParOf" srcId="{10063DCB-6A97-4D0A-A8C4-ECF403421734}" destId="{C5734043-C6D4-4468-A7A8-C2BACCBDE483}" srcOrd="20" destOrd="0" presId="urn:microsoft.com/office/officeart/2005/8/layout/list1"/>
    <dgm:cxn modelId="{1E835487-C997-47E0-BEC2-F12157382E6D}" type="presParOf" srcId="{C5734043-C6D4-4468-A7A8-C2BACCBDE483}" destId="{85183EC5-5AFC-45D6-A563-2B44DB6CC6C9}" srcOrd="0" destOrd="0" presId="urn:microsoft.com/office/officeart/2005/8/layout/list1"/>
    <dgm:cxn modelId="{E8065598-3494-459B-A34C-E11646BAC747}" type="presParOf" srcId="{C5734043-C6D4-4468-A7A8-C2BACCBDE483}" destId="{B563EDF7-A78A-4F0A-9624-C619A42FADDF}" srcOrd="1" destOrd="0" presId="urn:microsoft.com/office/officeart/2005/8/layout/list1"/>
    <dgm:cxn modelId="{D9D7C41B-086E-4FBD-923C-F5B062829445}" type="presParOf" srcId="{10063DCB-6A97-4D0A-A8C4-ECF403421734}" destId="{E128810E-5FCA-4F94-87FC-9F07DE5BA38D}" srcOrd="21" destOrd="0" presId="urn:microsoft.com/office/officeart/2005/8/layout/list1"/>
    <dgm:cxn modelId="{719F612D-9B16-4B46-9EE1-0C76676845BA}" type="presParOf" srcId="{10063DCB-6A97-4D0A-A8C4-ECF403421734}" destId="{ABA6ED83-2A36-47C7-98CA-3E59DA3B673C}" srcOrd="22" destOrd="0" presId="urn:microsoft.com/office/officeart/2005/8/layout/list1"/>
    <dgm:cxn modelId="{CE319C6C-22A4-4643-B572-E64E998554C7}" type="presParOf" srcId="{10063DCB-6A97-4D0A-A8C4-ECF403421734}" destId="{D8411504-94BA-40A1-B56C-C49F2EA8FA19}" srcOrd="23" destOrd="0" presId="urn:microsoft.com/office/officeart/2005/8/layout/list1"/>
    <dgm:cxn modelId="{6700E9CC-77F1-4ABE-8144-D2EB9D146DF8}" type="presParOf" srcId="{10063DCB-6A97-4D0A-A8C4-ECF403421734}" destId="{3F9ABCA5-0184-4EAE-B8EE-4CAD0F8B8465}" srcOrd="24" destOrd="0" presId="urn:microsoft.com/office/officeart/2005/8/layout/list1"/>
    <dgm:cxn modelId="{740714A0-21B7-436F-8A0A-52AB5986ADD6}" type="presParOf" srcId="{3F9ABCA5-0184-4EAE-B8EE-4CAD0F8B8465}" destId="{3A26F125-CF33-40C2-94A9-2919F3745CBE}" srcOrd="0" destOrd="0" presId="urn:microsoft.com/office/officeart/2005/8/layout/list1"/>
    <dgm:cxn modelId="{B210F0C6-42CB-42B2-BF5C-A3E0FBDD2C09}" type="presParOf" srcId="{3F9ABCA5-0184-4EAE-B8EE-4CAD0F8B8465}" destId="{D2C1005B-0139-456E-BA39-E08086277555}" srcOrd="1" destOrd="0" presId="urn:microsoft.com/office/officeart/2005/8/layout/list1"/>
    <dgm:cxn modelId="{C9B51101-F264-40F5-AF46-43F5479366BE}" type="presParOf" srcId="{10063DCB-6A97-4D0A-A8C4-ECF403421734}" destId="{5C5CED13-228A-41A3-8B70-CD648A942490}" srcOrd="25" destOrd="0" presId="urn:microsoft.com/office/officeart/2005/8/layout/list1"/>
    <dgm:cxn modelId="{00345D66-8163-44D1-BFD5-4A6BDB90F529}" type="presParOf" srcId="{10063DCB-6A97-4D0A-A8C4-ECF403421734}" destId="{2BE8E372-0FA0-4358-B560-132CFD2BB2C4}" srcOrd="26" destOrd="0" presId="urn:microsoft.com/office/officeart/2005/8/layout/list1"/>
    <dgm:cxn modelId="{72DE6038-859B-4A42-A599-4341431A079E}" type="presParOf" srcId="{10063DCB-6A97-4D0A-A8C4-ECF403421734}" destId="{D5391EC2-7DF4-4C09-B7D6-FEB83E02AAB1}" srcOrd="27" destOrd="0" presId="urn:microsoft.com/office/officeart/2005/8/layout/list1"/>
    <dgm:cxn modelId="{F1D54F56-3606-4738-82B7-87DC8C4501F7}" type="presParOf" srcId="{10063DCB-6A97-4D0A-A8C4-ECF403421734}" destId="{B373AF3A-1F8F-409E-87BE-EB6445BD8836}" srcOrd="28" destOrd="0" presId="urn:microsoft.com/office/officeart/2005/8/layout/list1"/>
    <dgm:cxn modelId="{54347F1F-1A4A-420A-8D12-D1F6609D8D7F}" type="presParOf" srcId="{B373AF3A-1F8F-409E-87BE-EB6445BD8836}" destId="{DBD95AFE-FD62-4152-971D-873829613DDD}" srcOrd="0" destOrd="0" presId="urn:microsoft.com/office/officeart/2005/8/layout/list1"/>
    <dgm:cxn modelId="{3F9A3827-8B92-484E-8D5A-553D2CBC7690}" type="presParOf" srcId="{B373AF3A-1F8F-409E-87BE-EB6445BD8836}" destId="{CA6D8250-91AB-4F78-873C-6545E7CAEF4A}" srcOrd="1" destOrd="0" presId="urn:microsoft.com/office/officeart/2005/8/layout/list1"/>
    <dgm:cxn modelId="{DD1DE4B2-96A6-4ABC-89D1-6639253E6027}" type="presParOf" srcId="{10063DCB-6A97-4D0A-A8C4-ECF403421734}" destId="{7C345B7B-1D87-422B-809F-EF12F1E2C72B}" srcOrd="29" destOrd="0" presId="urn:microsoft.com/office/officeart/2005/8/layout/list1"/>
    <dgm:cxn modelId="{8883C1FB-8DC2-4B6B-9B62-4C9D7CDCF964}" type="presParOf" srcId="{10063DCB-6A97-4D0A-A8C4-ECF403421734}" destId="{A4AB0FE5-17D3-42F0-88D3-3BD58E722BFF}" srcOrd="3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42B329-78B5-46C5-AF18-AD5F336331F1}" type="doc">
      <dgm:prSet loTypeId="urn:microsoft.com/office/officeart/2005/8/layout/chevronAccent+Icon" loCatId="officeonline" qsTypeId="urn:microsoft.com/office/officeart/2005/8/quickstyle/simple1" qsCatId="simple" csTypeId="urn:microsoft.com/office/officeart/2005/8/colors/colorful2" csCatId="colorful" phldr="1"/>
      <dgm:spPr/>
    </dgm:pt>
    <dgm:pt modelId="{D1955D8A-7428-47EC-A866-CD265EA3C7CA}">
      <dgm:prSet phldrT="[Text]" custT="1"/>
      <dgm:spPr/>
      <dgm:t>
        <a:bodyPr/>
        <a:lstStyle/>
        <a:p>
          <a:r>
            <a:rPr lang="en-IN" sz="1800" b="1" dirty="0"/>
            <a:t>Output</a:t>
          </a:r>
        </a:p>
      </dgm:t>
    </dgm:pt>
    <dgm:pt modelId="{FEB2CA70-CBD9-431E-8671-9A698C7C51EF}" type="parTrans" cxnId="{01FC98E6-AD08-4B82-B9DF-E3807A96D863}">
      <dgm:prSet/>
      <dgm:spPr/>
      <dgm:t>
        <a:bodyPr/>
        <a:lstStyle/>
        <a:p>
          <a:endParaRPr lang="en-IN"/>
        </a:p>
      </dgm:t>
    </dgm:pt>
    <dgm:pt modelId="{3DD6BCDA-D6C0-4BCA-8056-E0E6C50EBC82}" type="sibTrans" cxnId="{01FC98E6-AD08-4B82-B9DF-E3807A96D863}">
      <dgm:prSet/>
      <dgm:spPr/>
      <dgm:t>
        <a:bodyPr/>
        <a:lstStyle/>
        <a:p>
          <a:endParaRPr lang="en-IN"/>
        </a:p>
      </dgm:t>
    </dgm:pt>
    <dgm:pt modelId="{D78B88D3-D8A3-48FB-ADCD-F91BE3D1AC4B}">
      <dgm:prSet phldrT="[Text]" custT="1"/>
      <dgm:spPr/>
      <dgm:t>
        <a:bodyPr/>
        <a:lstStyle/>
        <a:p>
          <a:r>
            <a:rPr lang="en-IN" sz="1400" b="1" dirty="0"/>
            <a:t>PDF</a:t>
          </a:r>
        </a:p>
        <a:p>
          <a:r>
            <a:rPr lang="en-IN" sz="1400" b="1" dirty="0"/>
            <a:t>Assembler</a:t>
          </a:r>
        </a:p>
      </dgm:t>
    </dgm:pt>
    <dgm:pt modelId="{8B01E83B-2676-425F-B5C3-1DC274436AB8}" type="sibTrans" cxnId="{F71B6355-9417-4FA1-84FA-663566519FE3}">
      <dgm:prSet/>
      <dgm:spPr/>
      <dgm:t>
        <a:bodyPr/>
        <a:lstStyle/>
        <a:p>
          <a:endParaRPr lang="en-IN"/>
        </a:p>
      </dgm:t>
    </dgm:pt>
    <dgm:pt modelId="{BBAF868B-B21C-4B3F-AB8B-BC4E0C6B7F4A}" type="parTrans" cxnId="{F71B6355-9417-4FA1-84FA-663566519FE3}">
      <dgm:prSet/>
      <dgm:spPr/>
      <dgm:t>
        <a:bodyPr/>
        <a:lstStyle/>
        <a:p>
          <a:endParaRPr lang="en-IN"/>
        </a:p>
      </dgm:t>
    </dgm:pt>
    <dgm:pt modelId="{0F5BB9F7-4E95-4F79-B30D-1E1DDE4CFB28}">
      <dgm:prSet custT="1"/>
      <dgm:spPr/>
      <dgm:t>
        <a:bodyPr/>
        <a:lstStyle/>
        <a:p>
          <a:r>
            <a:rPr lang="en-IN" sz="1400" b="1" dirty="0"/>
            <a:t>Content Generator</a:t>
          </a:r>
        </a:p>
      </dgm:t>
    </dgm:pt>
    <dgm:pt modelId="{2A7DE0E9-66EC-40E3-A5EC-94896F085D94}" type="sibTrans" cxnId="{CD6EC275-A6A2-40C3-8187-E38FE2A36521}">
      <dgm:prSet/>
      <dgm:spPr/>
      <dgm:t>
        <a:bodyPr/>
        <a:lstStyle/>
        <a:p>
          <a:endParaRPr lang="en-IN"/>
        </a:p>
      </dgm:t>
    </dgm:pt>
    <dgm:pt modelId="{17952378-2D65-4688-A263-D6E7E8B1C92B}" type="parTrans" cxnId="{CD6EC275-A6A2-40C3-8187-E38FE2A36521}">
      <dgm:prSet/>
      <dgm:spPr/>
      <dgm:t>
        <a:bodyPr/>
        <a:lstStyle/>
        <a:p>
          <a:endParaRPr lang="en-IN"/>
        </a:p>
      </dgm:t>
    </dgm:pt>
    <dgm:pt modelId="{6FC8E830-49FA-4888-8213-7434E95AD336}">
      <dgm:prSet phldrT="[Text]" custT="1"/>
      <dgm:spPr/>
      <dgm:t>
        <a:bodyPr/>
        <a:lstStyle/>
        <a:p>
          <a:r>
            <a:rPr lang="en-IN" sz="1800" b="1" dirty="0"/>
            <a:t>Input</a:t>
          </a:r>
        </a:p>
      </dgm:t>
    </dgm:pt>
    <dgm:pt modelId="{213601C5-4C79-4956-9EA9-8E3C0B8EBB05}" type="sibTrans" cxnId="{39CF27F3-3981-4A6A-95AF-358EA5FD7E18}">
      <dgm:prSet/>
      <dgm:spPr/>
      <dgm:t>
        <a:bodyPr/>
        <a:lstStyle/>
        <a:p>
          <a:endParaRPr lang="en-IN"/>
        </a:p>
      </dgm:t>
    </dgm:pt>
    <dgm:pt modelId="{30C55CEC-3A3B-40CC-87A4-E49311649D4C}" type="parTrans" cxnId="{39CF27F3-3981-4A6A-95AF-358EA5FD7E18}">
      <dgm:prSet/>
      <dgm:spPr/>
      <dgm:t>
        <a:bodyPr/>
        <a:lstStyle/>
        <a:p>
          <a:endParaRPr lang="en-IN"/>
        </a:p>
      </dgm:t>
    </dgm:pt>
    <dgm:pt modelId="{70F2A621-AEF9-4DA6-8C04-90D42FB02AB8}" type="pres">
      <dgm:prSet presAssocID="{2D42B329-78B5-46C5-AF18-AD5F336331F1}" presName="Name0" presStyleCnt="0">
        <dgm:presLayoutVars>
          <dgm:dir/>
          <dgm:resizeHandles val="exact"/>
        </dgm:presLayoutVars>
      </dgm:prSet>
      <dgm:spPr/>
    </dgm:pt>
    <dgm:pt modelId="{45B49393-44DC-42A2-A042-CA58BEAADC12}" type="pres">
      <dgm:prSet presAssocID="{6FC8E830-49FA-4888-8213-7434E95AD336}" presName="composite" presStyleCnt="0"/>
      <dgm:spPr/>
    </dgm:pt>
    <dgm:pt modelId="{6C0225F4-11EF-4694-8117-F5C2FD0E18F6}" type="pres">
      <dgm:prSet presAssocID="{6FC8E830-49FA-4888-8213-7434E95AD336}" presName="bgChev" presStyleLbl="node1" presStyleIdx="0" presStyleCnt="4"/>
      <dgm:spPr/>
    </dgm:pt>
    <dgm:pt modelId="{ACCF61D2-B776-4BBB-A40A-B2877CFDC07B}" type="pres">
      <dgm:prSet presAssocID="{6FC8E830-49FA-4888-8213-7434E95AD336}" presName="txNode" presStyleLbl="fgAcc1" presStyleIdx="0" presStyleCnt="4">
        <dgm:presLayoutVars>
          <dgm:bulletEnabled val="1"/>
        </dgm:presLayoutVars>
      </dgm:prSet>
      <dgm:spPr/>
    </dgm:pt>
    <dgm:pt modelId="{B6C42654-3C86-45F1-9124-44AB22ADB970}" type="pres">
      <dgm:prSet presAssocID="{213601C5-4C79-4956-9EA9-8E3C0B8EBB05}" presName="compositeSpace" presStyleCnt="0"/>
      <dgm:spPr/>
    </dgm:pt>
    <dgm:pt modelId="{21C222D4-4B6E-464E-AAFF-265C8E10BE3F}" type="pres">
      <dgm:prSet presAssocID="{0F5BB9F7-4E95-4F79-B30D-1E1DDE4CFB28}" presName="composite" presStyleCnt="0"/>
      <dgm:spPr/>
    </dgm:pt>
    <dgm:pt modelId="{0D109D8B-5416-4633-B5CC-BDD1FE47B22A}" type="pres">
      <dgm:prSet presAssocID="{0F5BB9F7-4E95-4F79-B30D-1E1DDE4CFB28}" presName="bgChev" presStyleLbl="node1" presStyleIdx="1" presStyleCnt="4"/>
      <dgm:spPr/>
    </dgm:pt>
    <dgm:pt modelId="{C6124E11-F398-4729-B003-88225B9C332B}" type="pres">
      <dgm:prSet presAssocID="{0F5BB9F7-4E95-4F79-B30D-1E1DDE4CFB28}" presName="txNode" presStyleLbl="fgAcc1" presStyleIdx="1" presStyleCnt="4">
        <dgm:presLayoutVars>
          <dgm:bulletEnabled val="1"/>
        </dgm:presLayoutVars>
      </dgm:prSet>
      <dgm:spPr/>
    </dgm:pt>
    <dgm:pt modelId="{3E20792D-18BC-43DE-9BCB-3449242FF552}" type="pres">
      <dgm:prSet presAssocID="{2A7DE0E9-66EC-40E3-A5EC-94896F085D94}" presName="compositeSpace" presStyleCnt="0"/>
      <dgm:spPr/>
    </dgm:pt>
    <dgm:pt modelId="{64D65218-E7FE-47C2-8137-9F048A744868}" type="pres">
      <dgm:prSet presAssocID="{D78B88D3-D8A3-48FB-ADCD-F91BE3D1AC4B}" presName="composite" presStyleCnt="0"/>
      <dgm:spPr/>
    </dgm:pt>
    <dgm:pt modelId="{E2E25195-C45C-46D0-9985-1252C3ECCCA0}" type="pres">
      <dgm:prSet presAssocID="{D78B88D3-D8A3-48FB-ADCD-F91BE3D1AC4B}" presName="bgChev" presStyleLbl="node1" presStyleIdx="2" presStyleCnt="4"/>
      <dgm:spPr/>
    </dgm:pt>
    <dgm:pt modelId="{451E0B6A-C3CA-43D3-8850-17A4693F31A8}" type="pres">
      <dgm:prSet presAssocID="{D78B88D3-D8A3-48FB-ADCD-F91BE3D1AC4B}" presName="txNode" presStyleLbl="fgAcc1" presStyleIdx="2" presStyleCnt="4">
        <dgm:presLayoutVars>
          <dgm:bulletEnabled val="1"/>
        </dgm:presLayoutVars>
      </dgm:prSet>
      <dgm:spPr/>
    </dgm:pt>
    <dgm:pt modelId="{A8CE4295-6A78-4745-81B8-E51C73828A74}" type="pres">
      <dgm:prSet presAssocID="{8B01E83B-2676-425F-B5C3-1DC274436AB8}" presName="compositeSpace" presStyleCnt="0"/>
      <dgm:spPr/>
    </dgm:pt>
    <dgm:pt modelId="{82CD0C6B-816E-4170-B0F7-20440EE43458}" type="pres">
      <dgm:prSet presAssocID="{D1955D8A-7428-47EC-A866-CD265EA3C7CA}" presName="composite" presStyleCnt="0"/>
      <dgm:spPr/>
    </dgm:pt>
    <dgm:pt modelId="{D4C227BC-FAFC-486D-AC86-D71B80734C57}" type="pres">
      <dgm:prSet presAssocID="{D1955D8A-7428-47EC-A866-CD265EA3C7CA}" presName="bgChev" presStyleLbl="node1" presStyleIdx="3" presStyleCnt="4"/>
      <dgm:spPr/>
    </dgm:pt>
    <dgm:pt modelId="{7079F15A-844A-40DE-935E-7A76A5D850D9}" type="pres">
      <dgm:prSet presAssocID="{D1955D8A-7428-47EC-A866-CD265EA3C7CA}" presName="txNode" presStyleLbl="fgAcc1" presStyleIdx="3" presStyleCnt="4" custLinFactNeighborX="2338" custLinFactNeighborY="9129">
        <dgm:presLayoutVars>
          <dgm:bulletEnabled val="1"/>
        </dgm:presLayoutVars>
      </dgm:prSet>
      <dgm:spPr/>
    </dgm:pt>
  </dgm:ptLst>
  <dgm:cxnLst>
    <dgm:cxn modelId="{786BF74A-59C7-4EA7-9569-66CDE22435B1}" type="presOf" srcId="{2D42B329-78B5-46C5-AF18-AD5F336331F1}" destId="{70F2A621-AEF9-4DA6-8C04-90D42FB02AB8}" srcOrd="0" destOrd="0" presId="urn:microsoft.com/office/officeart/2005/8/layout/chevronAccent+Icon"/>
    <dgm:cxn modelId="{329CF96F-3AD8-49F8-99C8-B85BBB8713E6}" type="presOf" srcId="{0F5BB9F7-4E95-4F79-B30D-1E1DDE4CFB28}" destId="{C6124E11-F398-4729-B003-88225B9C332B}" srcOrd="0" destOrd="0" presId="urn:microsoft.com/office/officeart/2005/8/layout/chevronAccent+Icon"/>
    <dgm:cxn modelId="{F71B6355-9417-4FA1-84FA-663566519FE3}" srcId="{2D42B329-78B5-46C5-AF18-AD5F336331F1}" destId="{D78B88D3-D8A3-48FB-ADCD-F91BE3D1AC4B}" srcOrd="2" destOrd="0" parTransId="{BBAF868B-B21C-4B3F-AB8B-BC4E0C6B7F4A}" sibTransId="{8B01E83B-2676-425F-B5C3-1DC274436AB8}"/>
    <dgm:cxn modelId="{CD6EC275-A6A2-40C3-8187-E38FE2A36521}" srcId="{2D42B329-78B5-46C5-AF18-AD5F336331F1}" destId="{0F5BB9F7-4E95-4F79-B30D-1E1DDE4CFB28}" srcOrd="1" destOrd="0" parTransId="{17952378-2D65-4688-A263-D6E7E8B1C92B}" sibTransId="{2A7DE0E9-66EC-40E3-A5EC-94896F085D94}"/>
    <dgm:cxn modelId="{01FC98E6-AD08-4B82-B9DF-E3807A96D863}" srcId="{2D42B329-78B5-46C5-AF18-AD5F336331F1}" destId="{D1955D8A-7428-47EC-A866-CD265EA3C7CA}" srcOrd="3" destOrd="0" parTransId="{FEB2CA70-CBD9-431E-8671-9A698C7C51EF}" sibTransId="{3DD6BCDA-D6C0-4BCA-8056-E0E6C50EBC82}"/>
    <dgm:cxn modelId="{2C6E13EC-90EC-45A5-8E1A-4F90912AA6FE}" type="presOf" srcId="{D78B88D3-D8A3-48FB-ADCD-F91BE3D1AC4B}" destId="{451E0B6A-C3CA-43D3-8850-17A4693F31A8}" srcOrd="0" destOrd="0" presId="urn:microsoft.com/office/officeart/2005/8/layout/chevronAccent+Icon"/>
    <dgm:cxn modelId="{39CF27F3-3981-4A6A-95AF-358EA5FD7E18}" srcId="{2D42B329-78B5-46C5-AF18-AD5F336331F1}" destId="{6FC8E830-49FA-4888-8213-7434E95AD336}" srcOrd="0" destOrd="0" parTransId="{30C55CEC-3A3B-40CC-87A4-E49311649D4C}" sibTransId="{213601C5-4C79-4956-9EA9-8E3C0B8EBB05}"/>
    <dgm:cxn modelId="{0826BBFA-E0E1-45C3-9F5A-5921BCCF243B}" type="presOf" srcId="{D1955D8A-7428-47EC-A866-CD265EA3C7CA}" destId="{7079F15A-844A-40DE-935E-7A76A5D850D9}" srcOrd="0" destOrd="0" presId="urn:microsoft.com/office/officeart/2005/8/layout/chevronAccent+Icon"/>
    <dgm:cxn modelId="{7AA5E6FB-9070-4F4B-AA68-8FE7C18041CD}" type="presOf" srcId="{6FC8E830-49FA-4888-8213-7434E95AD336}" destId="{ACCF61D2-B776-4BBB-A40A-B2877CFDC07B}" srcOrd="0" destOrd="0" presId="urn:microsoft.com/office/officeart/2005/8/layout/chevronAccent+Icon"/>
    <dgm:cxn modelId="{5C0EADF7-BC89-4348-BB1A-E7ED26DA3A77}" type="presParOf" srcId="{70F2A621-AEF9-4DA6-8C04-90D42FB02AB8}" destId="{45B49393-44DC-42A2-A042-CA58BEAADC12}" srcOrd="0" destOrd="0" presId="urn:microsoft.com/office/officeart/2005/8/layout/chevronAccent+Icon"/>
    <dgm:cxn modelId="{6F22FF45-A5D9-4B24-AC8D-4C781C366695}" type="presParOf" srcId="{45B49393-44DC-42A2-A042-CA58BEAADC12}" destId="{6C0225F4-11EF-4694-8117-F5C2FD0E18F6}" srcOrd="0" destOrd="0" presId="urn:microsoft.com/office/officeart/2005/8/layout/chevronAccent+Icon"/>
    <dgm:cxn modelId="{20627C79-06EB-4B71-B9B0-7022460E0F8A}" type="presParOf" srcId="{45B49393-44DC-42A2-A042-CA58BEAADC12}" destId="{ACCF61D2-B776-4BBB-A40A-B2877CFDC07B}" srcOrd="1" destOrd="0" presId="urn:microsoft.com/office/officeart/2005/8/layout/chevronAccent+Icon"/>
    <dgm:cxn modelId="{0842CB13-DC4A-417C-A815-A6057DCD007B}" type="presParOf" srcId="{70F2A621-AEF9-4DA6-8C04-90D42FB02AB8}" destId="{B6C42654-3C86-45F1-9124-44AB22ADB970}" srcOrd="1" destOrd="0" presId="urn:microsoft.com/office/officeart/2005/8/layout/chevronAccent+Icon"/>
    <dgm:cxn modelId="{BB3613B1-94E2-4E70-9BCF-86E77D73FF14}" type="presParOf" srcId="{70F2A621-AEF9-4DA6-8C04-90D42FB02AB8}" destId="{21C222D4-4B6E-464E-AAFF-265C8E10BE3F}" srcOrd="2" destOrd="0" presId="urn:microsoft.com/office/officeart/2005/8/layout/chevronAccent+Icon"/>
    <dgm:cxn modelId="{BA88686C-C311-4D8C-AED3-E5A0D183AE6C}" type="presParOf" srcId="{21C222D4-4B6E-464E-AAFF-265C8E10BE3F}" destId="{0D109D8B-5416-4633-B5CC-BDD1FE47B22A}" srcOrd="0" destOrd="0" presId="urn:microsoft.com/office/officeart/2005/8/layout/chevronAccent+Icon"/>
    <dgm:cxn modelId="{7CE0F2E6-A7E0-4124-952E-8EF7490D37D2}" type="presParOf" srcId="{21C222D4-4B6E-464E-AAFF-265C8E10BE3F}" destId="{C6124E11-F398-4729-B003-88225B9C332B}" srcOrd="1" destOrd="0" presId="urn:microsoft.com/office/officeart/2005/8/layout/chevronAccent+Icon"/>
    <dgm:cxn modelId="{79F739ED-F9B7-41B3-9247-554579A35649}" type="presParOf" srcId="{70F2A621-AEF9-4DA6-8C04-90D42FB02AB8}" destId="{3E20792D-18BC-43DE-9BCB-3449242FF552}" srcOrd="3" destOrd="0" presId="urn:microsoft.com/office/officeart/2005/8/layout/chevronAccent+Icon"/>
    <dgm:cxn modelId="{B157DDB0-71DC-48D5-95BB-7797C5F86C47}" type="presParOf" srcId="{70F2A621-AEF9-4DA6-8C04-90D42FB02AB8}" destId="{64D65218-E7FE-47C2-8137-9F048A744868}" srcOrd="4" destOrd="0" presId="urn:microsoft.com/office/officeart/2005/8/layout/chevronAccent+Icon"/>
    <dgm:cxn modelId="{421B2949-BF8D-4BB8-8A09-1312C412EDD8}" type="presParOf" srcId="{64D65218-E7FE-47C2-8137-9F048A744868}" destId="{E2E25195-C45C-46D0-9985-1252C3ECCCA0}" srcOrd="0" destOrd="0" presId="urn:microsoft.com/office/officeart/2005/8/layout/chevronAccent+Icon"/>
    <dgm:cxn modelId="{8F9187B1-E7C2-489F-BBF2-8D96D991B965}" type="presParOf" srcId="{64D65218-E7FE-47C2-8137-9F048A744868}" destId="{451E0B6A-C3CA-43D3-8850-17A4693F31A8}" srcOrd="1" destOrd="0" presId="urn:microsoft.com/office/officeart/2005/8/layout/chevronAccent+Icon"/>
    <dgm:cxn modelId="{B0368F06-1CE2-40EC-A5E5-560C2AFD1DBA}" type="presParOf" srcId="{70F2A621-AEF9-4DA6-8C04-90D42FB02AB8}" destId="{A8CE4295-6A78-4745-81B8-E51C73828A74}" srcOrd="5" destOrd="0" presId="urn:microsoft.com/office/officeart/2005/8/layout/chevronAccent+Icon"/>
    <dgm:cxn modelId="{09564B3D-9966-4B44-9931-48F04100BE24}" type="presParOf" srcId="{70F2A621-AEF9-4DA6-8C04-90D42FB02AB8}" destId="{82CD0C6B-816E-4170-B0F7-20440EE43458}" srcOrd="6" destOrd="0" presId="urn:microsoft.com/office/officeart/2005/8/layout/chevronAccent+Icon"/>
    <dgm:cxn modelId="{54E93AFB-EBE2-4CF1-AE5C-773C71B53EFA}" type="presParOf" srcId="{82CD0C6B-816E-4170-B0F7-20440EE43458}" destId="{D4C227BC-FAFC-486D-AC86-D71B80734C57}" srcOrd="0" destOrd="0" presId="urn:microsoft.com/office/officeart/2005/8/layout/chevronAccent+Icon"/>
    <dgm:cxn modelId="{13370D63-7E3A-47E0-A476-F001F0431EEC}" type="presParOf" srcId="{82CD0C6B-816E-4170-B0F7-20440EE43458}" destId="{7079F15A-844A-40DE-935E-7A76A5D850D9}"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6D234-01A9-4050-BDA1-948C0FBAEEF7}">
      <dsp:nvSpPr>
        <dsp:cNvPr id="0" name=""/>
        <dsp:cNvSpPr/>
      </dsp:nvSpPr>
      <dsp:spPr>
        <a:xfrm>
          <a:off x="0" y="31286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86F5704D-CF0F-4BB6-B618-C2AD7AA3758F}">
      <dsp:nvSpPr>
        <dsp:cNvPr id="0" name=""/>
        <dsp:cNvSpPr/>
      </dsp:nvSpPr>
      <dsp:spPr>
        <a:xfrm>
          <a:off x="415921" y="161131"/>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b="1" i="0" kern="1200"/>
            <a:t>Project Overview</a:t>
          </a:r>
          <a:endParaRPr lang="en-US" sz="1400" kern="1200"/>
        </a:p>
      </dsp:txBody>
      <dsp:txXfrm>
        <a:off x="436096" y="181306"/>
        <a:ext cx="5649250" cy="372930"/>
      </dsp:txXfrm>
    </dsp:sp>
    <dsp:sp modelId="{3754F04B-5916-430B-B867-6CB380056349}">
      <dsp:nvSpPr>
        <dsp:cNvPr id="0" name=""/>
        <dsp:cNvSpPr/>
      </dsp:nvSpPr>
      <dsp:spPr>
        <a:xfrm>
          <a:off x="0" y="94790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43CDECA6-5C9C-4A90-8316-7178FFCC058A}">
      <dsp:nvSpPr>
        <dsp:cNvPr id="0" name=""/>
        <dsp:cNvSpPr/>
      </dsp:nvSpPr>
      <dsp:spPr>
        <a:xfrm>
          <a:off x="406400" y="74126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b="1" i="0" kern="1200" dirty="0"/>
            <a:t>Introduction</a:t>
          </a:r>
        </a:p>
      </dsp:txBody>
      <dsp:txXfrm>
        <a:off x="426575" y="761438"/>
        <a:ext cx="5649250" cy="372930"/>
      </dsp:txXfrm>
    </dsp:sp>
    <dsp:sp modelId="{ED142654-C3AA-4DD1-9854-CC52871C46B8}">
      <dsp:nvSpPr>
        <dsp:cNvPr id="0" name=""/>
        <dsp:cNvSpPr/>
      </dsp:nvSpPr>
      <dsp:spPr>
        <a:xfrm>
          <a:off x="0" y="158294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5CE590DF-CE7E-42B8-B324-6EB9CB6A9893}">
      <dsp:nvSpPr>
        <dsp:cNvPr id="0" name=""/>
        <dsp:cNvSpPr/>
      </dsp:nvSpPr>
      <dsp:spPr>
        <a:xfrm>
          <a:off x="406400" y="137630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b="1" i="0" kern="1200" dirty="0"/>
            <a:t>Problem Statement </a:t>
          </a:r>
          <a:endParaRPr lang="en-US" sz="1400" b="0" i="0" kern="1200" dirty="0"/>
        </a:p>
      </dsp:txBody>
      <dsp:txXfrm>
        <a:off x="426575" y="1396478"/>
        <a:ext cx="5649250" cy="372930"/>
      </dsp:txXfrm>
    </dsp:sp>
    <dsp:sp modelId="{C6154E61-18D2-4946-BA25-9D616F71186C}">
      <dsp:nvSpPr>
        <dsp:cNvPr id="0" name=""/>
        <dsp:cNvSpPr/>
      </dsp:nvSpPr>
      <dsp:spPr>
        <a:xfrm>
          <a:off x="0" y="221798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9C0E455-98B2-42BE-9620-8BB6D0660007}">
      <dsp:nvSpPr>
        <dsp:cNvPr id="0" name=""/>
        <dsp:cNvSpPr/>
      </dsp:nvSpPr>
      <dsp:spPr>
        <a:xfrm>
          <a:off x="406400" y="201134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b="1" i="0" kern="1200" dirty="0"/>
            <a:t>Preprocessing</a:t>
          </a:r>
          <a:endParaRPr lang="en-US" sz="1400" b="0" i="0" kern="1200" dirty="0"/>
        </a:p>
      </dsp:txBody>
      <dsp:txXfrm>
        <a:off x="426575" y="2031518"/>
        <a:ext cx="5649250" cy="372930"/>
      </dsp:txXfrm>
    </dsp:sp>
    <dsp:sp modelId="{7DB42BC7-2ECD-4391-9AF4-75E09BD6C3D5}">
      <dsp:nvSpPr>
        <dsp:cNvPr id="0" name=""/>
        <dsp:cNvSpPr/>
      </dsp:nvSpPr>
      <dsp:spPr>
        <a:xfrm>
          <a:off x="0" y="285302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4C661305-07EA-4DF9-AF3E-FE7425B68DAA}">
      <dsp:nvSpPr>
        <dsp:cNvPr id="0" name=""/>
        <dsp:cNvSpPr/>
      </dsp:nvSpPr>
      <dsp:spPr>
        <a:xfrm>
          <a:off x="406400" y="264638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622300">
            <a:lnSpc>
              <a:spcPct val="90000"/>
            </a:lnSpc>
            <a:spcBef>
              <a:spcPct val="0"/>
            </a:spcBef>
            <a:spcAft>
              <a:spcPct val="35000"/>
            </a:spcAft>
            <a:buNone/>
          </a:pPr>
          <a:r>
            <a:rPr lang="en-US" sz="1400" b="1" i="0" kern="1200" dirty="0"/>
            <a:t>Workflow &amp; Key Components</a:t>
          </a:r>
          <a:endParaRPr lang="en-US" sz="1400" b="0" i="0" kern="1200" dirty="0"/>
        </a:p>
      </dsp:txBody>
      <dsp:txXfrm>
        <a:off x="426575" y="2666558"/>
        <a:ext cx="5649250" cy="372930"/>
      </dsp:txXfrm>
    </dsp:sp>
    <dsp:sp modelId="{ABA6ED83-2A36-47C7-98CA-3E59DA3B673C}">
      <dsp:nvSpPr>
        <dsp:cNvPr id="0" name=""/>
        <dsp:cNvSpPr/>
      </dsp:nvSpPr>
      <dsp:spPr>
        <a:xfrm>
          <a:off x="0" y="348806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B563EDF7-A78A-4F0A-9624-C619A42FADDF}">
      <dsp:nvSpPr>
        <dsp:cNvPr id="0" name=""/>
        <dsp:cNvSpPr/>
      </dsp:nvSpPr>
      <dsp:spPr>
        <a:xfrm>
          <a:off x="406400" y="328142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800100">
            <a:lnSpc>
              <a:spcPct val="90000"/>
            </a:lnSpc>
            <a:spcBef>
              <a:spcPct val="0"/>
            </a:spcBef>
            <a:spcAft>
              <a:spcPct val="35000"/>
            </a:spcAft>
            <a:buNone/>
          </a:pPr>
          <a:r>
            <a:rPr lang="en-US" sz="1800" b="0" i="0" kern="1200" dirty="0"/>
            <a:t>Key Strengths &amp; Applications</a:t>
          </a:r>
          <a:endParaRPr lang="en-IN" sz="2400" b="1" kern="1200" dirty="0"/>
        </a:p>
      </dsp:txBody>
      <dsp:txXfrm>
        <a:off x="426575" y="3301598"/>
        <a:ext cx="5649250" cy="372930"/>
      </dsp:txXfrm>
    </dsp:sp>
    <dsp:sp modelId="{2BE8E372-0FA0-4358-B560-132CFD2BB2C4}">
      <dsp:nvSpPr>
        <dsp:cNvPr id="0" name=""/>
        <dsp:cNvSpPr/>
      </dsp:nvSpPr>
      <dsp:spPr>
        <a:xfrm>
          <a:off x="0" y="412310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D2C1005B-0139-456E-BA39-E08086277555}">
      <dsp:nvSpPr>
        <dsp:cNvPr id="0" name=""/>
        <dsp:cNvSpPr/>
      </dsp:nvSpPr>
      <dsp:spPr>
        <a:xfrm>
          <a:off x="406400" y="391646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800100">
            <a:lnSpc>
              <a:spcPct val="90000"/>
            </a:lnSpc>
            <a:spcBef>
              <a:spcPct val="0"/>
            </a:spcBef>
            <a:spcAft>
              <a:spcPct val="35000"/>
            </a:spcAft>
            <a:buNone/>
          </a:pPr>
          <a:r>
            <a:rPr lang="en-US" sz="1800" b="1" i="0" kern="1200" dirty="0"/>
            <a:t>Output Showcase</a:t>
          </a:r>
          <a:endParaRPr lang="en-IN" sz="1800" kern="1200" dirty="0"/>
        </a:p>
      </dsp:txBody>
      <dsp:txXfrm>
        <a:off x="426575" y="3936638"/>
        <a:ext cx="5649250" cy="372930"/>
      </dsp:txXfrm>
    </dsp:sp>
    <dsp:sp modelId="{A4AB0FE5-17D3-42F0-88D3-3BD58E722BFF}">
      <dsp:nvSpPr>
        <dsp:cNvPr id="0" name=""/>
        <dsp:cNvSpPr/>
      </dsp:nvSpPr>
      <dsp:spPr>
        <a:xfrm>
          <a:off x="0" y="4758143"/>
          <a:ext cx="8128000" cy="3528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CA6D8250-91AB-4F78-873C-6545E7CAEF4A}">
      <dsp:nvSpPr>
        <dsp:cNvPr id="0" name=""/>
        <dsp:cNvSpPr/>
      </dsp:nvSpPr>
      <dsp:spPr>
        <a:xfrm>
          <a:off x="406400" y="4551503"/>
          <a:ext cx="5689600" cy="41328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800100">
            <a:lnSpc>
              <a:spcPct val="90000"/>
            </a:lnSpc>
            <a:spcBef>
              <a:spcPct val="0"/>
            </a:spcBef>
            <a:spcAft>
              <a:spcPct val="35000"/>
            </a:spcAft>
            <a:buNone/>
          </a:pPr>
          <a:r>
            <a:rPr lang="en-US" sz="1800" b="1" kern="1200" dirty="0"/>
            <a:t>Conclusion</a:t>
          </a:r>
          <a:endParaRPr lang="en-IN" sz="1800" kern="1200" dirty="0"/>
        </a:p>
      </dsp:txBody>
      <dsp:txXfrm>
        <a:off x="426575" y="4571678"/>
        <a:ext cx="5649250"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225F4-11EF-4694-8117-F5C2FD0E18F6}">
      <dsp:nvSpPr>
        <dsp:cNvPr id="0" name=""/>
        <dsp:cNvSpPr/>
      </dsp:nvSpPr>
      <dsp:spPr>
        <a:xfrm>
          <a:off x="2851" y="1574946"/>
          <a:ext cx="1342132" cy="518062"/>
        </a:xfrm>
        <a:prstGeom prst="chevron">
          <a:avLst>
            <a:gd name="adj" fmla="val 4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CF61D2-B776-4BBB-A40A-B2877CFDC07B}">
      <dsp:nvSpPr>
        <dsp:cNvPr id="0" name=""/>
        <dsp:cNvSpPr/>
      </dsp:nvSpPr>
      <dsp:spPr>
        <a:xfrm>
          <a:off x="360753" y="1704461"/>
          <a:ext cx="1133355" cy="51806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b="1" kern="1200" dirty="0"/>
            <a:t>Input</a:t>
          </a:r>
        </a:p>
      </dsp:txBody>
      <dsp:txXfrm>
        <a:off x="375927" y="1719635"/>
        <a:ext cx="1103007" cy="487714"/>
      </dsp:txXfrm>
    </dsp:sp>
    <dsp:sp modelId="{0D109D8B-5416-4633-B5CC-BDD1FE47B22A}">
      <dsp:nvSpPr>
        <dsp:cNvPr id="0" name=""/>
        <dsp:cNvSpPr/>
      </dsp:nvSpPr>
      <dsp:spPr>
        <a:xfrm>
          <a:off x="1535864" y="1574946"/>
          <a:ext cx="1342132" cy="518062"/>
        </a:xfrm>
        <a:prstGeom prst="chevron">
          <a:avLst>
            <a:gd name="adj" fmla="val 40000"/>
          </a:avLst>
        </a:prstGeom>
        <a:solidFill>
          <a:schemeClr val="accent2">
            <a:hueOff val="3809609"/>
            <a:satOff val="-20697"/>
            <a:lumOff val="-732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124E11-F398-4729-B003-88225B9C332B}">
      <dsp:nvSpPr>
        <dsp:cNvPr id="0" name=""/>
        <dsp:cNvSpPr/>
      </dsp:nvSpPr>
      <dsp:spPr>
        <a:xfrm>
          <a:off x="1893766" y="1704461"/>
          <a:ext cx="1133355" cy="51806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3809609"/>
              <a:satOff val="-20697"/>
              <a:lumOff val="-732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b="1" kern="1200" dirty="0"/>
            <a:t>Content Generator</a:t>
          </a:r>
        </a:p>
      </dsp:txBody>
      <dsp:txXfrm>
        <a:off x="1908940" y="1719635"/>
        <a:ext cx="1103007" cy="487714"/>
      </dsp:txXfrm>
    </dsp:sp>
    <dsp:sp modelId="{E2E25195-C45C-46D0-9985-1252C3ECCCA0}">
      <dsp:nvSpPr>
        <dsp:cNvPr id="0" name=""/>
        <dsp:cNvSpPr/>
      </dsp:nvSpPr>
      <dsp:spPr>
        <a:xfrm>
          <a:off x="3068877" y="1574946"/>
          <a:ext cx="1342132" cy="518062"/>
        </a:xfrm>
        <a:prstGeom prst="chevron">
          <a:avLst>
            <a:gd name="adj" fmla="val 40000"/>
          </a:avLst>
        </a:prstGeom>
        <a:solidFill>
          <a:schemeClr val="accent2">
            <a:hueOff val="7619218"/>
            <a:satOff val="-41394"/>
            <a:lumOff val="-146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1E0B6A-C3CA-43D3-8850-17A4693F31A8}">
      <dsp:nvSpPr>
        <dsp:cNvPr id="0" name=""/>
        <dsp:cNvSpPr/>
      </dsp:nvSpPr>
      <dsp:spPr>
        <a:xfrm>
          <a:off x="3426779" y="1704461"/>
          <a:ext cx="1133355" cy="51806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7619218"/>
              <a:satOff val="-41394"/>
              <a:lumOff val="-1464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b="1" kern="1200" dirty="0"/>
            <a:t>PDF</a:t>
          </a:r>
        </a:p>
        <a:p>
          <a:pPr marL="0" lvl="0" indent="0" algn="ctr" defTabSz="622300">
            <a:lnSpc>
              <a:spcPct val="90000"/>
            </a:lnSpc>
            <a:spcBef>
              <a:spcPct val="0"/>
            </a:spcBef>
            <a:spcAft>
              <a:spcPct val="35000"/>
            </a:spcAft>
            <a:buNone/>
          </a:pPr>
          <a:r>
            <a:rPr lang="en-IN" sz="1400" b="1" kern="1200" dirty="0"/>
            <a:t>Assembler</a:t>
          </a:r>
        </a:p>
      </dsp:txBody>
      <dsp:txXfrm>
        <a:off x="3441953" y="1719635"/>
        <a:ext cx="1103007" cy="487714"/>
      </dsp:txXfrm>
    </dsp:sp>
    <dsp:sp modelId="{D4C227BC-FAFC-486D-AC86-D71B80734C57}">
      <dsp:nvSpPr>
        <dsp:cNvPr id="0" name=""/>
        <dsp:cNvSpPr/>
      </dsp:nvSpPr>
      <dsp:spPr>
        <a:xfrm>
          <a:off x="4601890" y="1574946"/>
          <a:ext cx="1342132" cy="518062"/>
        </a:xfrm>
        <a:prstGeom prst="chevron">
          <a:avLst>
            <a:gd name="adj" fmla="val 40000"/>
          </a:avLst>
        </a:prstGeom>
        <a:solidFill>
          <a:schemeClr val="accent2">
            <a:hueOff val="11428826"/>
            <a:satOff val="-62091"/>
            <a:lumOff val="-2196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79F15A-844A-40DE-935E-7A76A5D850D9}">
      <dsp:nvSpPr>
        <dsp:cNvPr id="0" name=""/>
        <dsp:cNvSpPr/>
      </dsp:nvSpPr>
      <dsp:spPr>
        <a:xfrm>
          <a:off x="4962644" y="1751755"/>
          <a:ext cx="1133355" cy="51806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11428826"/>
              <a:satOff val="-62091"/>
              <a:lumOff val="-219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b="1" kern="1200" dirty="0"/>
            <a:t>Output</a:t>
          </a:r>
        </a:p>
      </dsp:txBody>
      <dsp:txXfrm>
        <a:off x="4977818" y="1766929"/>
        <a:ext cx="1103007" cy="48771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11-10-2025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457201" y="2529873"/>
            <a:ext cx="11618842" cy="23800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CONTENT SUMMARIZATION &amp; STORY GENERATION</a:t>
            </a:r>
          </a:p>
        </p:txBody>
      </p:sp>
      <p:sp>
        <p:nvSpPr>
          <p:cNvPr id="4" name="TextBox 3">
            <a:extLst>
              <a:ext uri="{FF2B5EF4-FFF2-40B4-BE49-F238E27FC236}">
                <a16:creationId xmlns:a16="http://schemas.microsoft.com/office/drawing/2014/main" id="{9F8C984B-3D78-2357-D6AB-FE6D67F7FCCA}"/>
              </a:ext>
            </a:extLst>
          </p:cNvPr>
          <p:cNvSpPr txBox="1"/>
          <p:nvPr/>
        </p:nvSpPr>
        <p:spPr>
          <a:xfrm rot="10800000" flipH="1" flipV="1">
            <a:off x="2047460" y="4775464"/>
            <a:ext cx="8080513" cy="923330"/>
          </a:xfrm>
          <a:prstGeom prst="rect">
            <a:avLst/>
          </a:prstGeom>
          <a:noFill/>
        </p:spPr>
        <p:txBody>
          <a:bodyPr wrap="square" rtlCol="0">
            <a:spAutoFit/>
          </a:bodyPr>
          <a:lstStyle/>
          <a:p>
            <a:pPr algn="ctr"/>
            <a:r>
              <a:rPr lang="en-US" sz="5400" b="1" dirty="0">
                <a:solidFill>
                  <a:schemeClr val="bg1"/>
                </a:solidFill>
              </a:rPr>
              <a:t>( CONSTY AI )</a:t>
            </a:r>
            <a:endParaRPr lang="en-IN" sz="5400" b="1" dirty="0">
              <a:solidFill>
                <a:schemeClr val="bg1"/>
              </a:solidFill>
            </a:endParaRPr>
          </a:p>
        </p:txBody>
      </p:sp>
    </p:spTree>
    <p:extLst>
      <p:ext uri="{BB962C8B-B14F-4D97-AF65-F5344CB8AC3E}">
        <p14:creationId xmlns:p14="http://schemas.microsoft.com/office/powerpoint/2010/main" val="102433471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59834" y="222666"/>
            <a:ext cx="10834234" cy="612775"/>
          </a:xfrm>
        </p:spPr>
        <p:txBody>
          <a:bodyPr/>
          <a:lstStyle/>
          <a:p>
            <a:pPr marL="457200" indent="-457200">
              <a:buFont typeface="Wingdings" panose="05000000000000000000" pitchFamily="2" charset="2"/>
              <a:buChar char="v"/>
            </a:pPr>
            <a:r>
              <a:rPr lang="en-US" dirty="0"/>
              <a:t>Agenda</a:t>
            </a:r>
            <a:endParaRPr lang="en-IN" dirty="0"/>
          </a:p>
        </p:txBody>
      </p:sp>
      <p:graphicFrame>
        <p:nvGraphicFramePr>
          <p:cNvPr id="4" name="Diagram 3"/>
          <p:cNvGraphicFramePr/>
          <p:nvPr>
            <p:extLst>
              <p:ext uri="{D42A27DB-BD31-4B8C-83A1-F6EECF244321}">
                <p14:modId xmlns:p14="http://schemas.microsoft.com/office/powerpoint/2010/main" val="1419228487"/>
              </p:ext>
            </p:extLst>
          </p:nvPr>
        </p:nvGraphicFramePr>
        <p:xfrm>
          <a:off x="765175" y="855761"/>
          <a:ext cx="8128000" cy="52171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380454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pPr marL="457200" indent="-457200">
              <a:buFont typeface="Wingdings" panose="05000000000000000000" pitchFamily="2" charset="2"/>
              <a:buChar char="v"/>
            </a:pPr>
            <a:r>
              <a:rPr lang="en-US" dirty="0"/>
              <a:t>Project Overview</a:t>
            </a:r>
            <a:endParaRPr lang="en-US" b="0" dirty="0"/>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project is a Content-story Generator that uses web scraping and pre-trained transformer models to generate two types of content: summaries and stories. It also saves the generated content in a PDF document. The system is designed to be robust by including fallback mechanisms and error handling.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245946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7DB1D-7324-6772-6BBB-89C5656DBC55}"/>
              </a:ext>
            </a:extLst>
          </p:cNvPr>
          <p:cNvSpPr>
            <a:spLocks noGrp="1"/>
          </p:cNvSpPr>
          <p:nvPr>
            <p:ph type="title"/>
          </p:nvPr>
        </p:nvSpPr>
        <p:spPr>
          <a:xfrm>
            <a:off x="221684" y="241739"/>
            <a:ext cx="10834234" cy="809295"/>
          </a:xfrm>
        </p:spPr>
        <p:txBody>
          <a:bodyPr/>
          <a:lstStyle/>
          <a:p>
            <a:pPr algn="ctr"/>
            <a:r>
              <a:rPr lang="en-US" u="sng" dirty="0"/>
              <a:t>INTRODUCTION</a:t>
            </a:r>
            <a:endParaRPr lang="en-IN" u="sng" dirty="0"/>
          </a:p>
        </p:txBody>
      </p:sp>
      <p:sp>
        <p:nvSpPr>
          <p:cNvPr id="8" name="Rectangle 3"/>
          <p:cNvSpPr>
            <a:spLocks noGrp="1" noChangeArrowheads="1"/>
          </p:cNvSpPr>
          <p:nvPr>
            <p:ph idx="1"/>
          </p:nvPr>
        </p:nvSpPr>
        <p:spPr bwMode="auto">
          <a:xfrm>
            <a:off x="605300" y="1405832"/>
            <a:ext cx="10703402"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The user provides a keyword or sentence as input.</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The system retrieves relevant content using the Wikipedia API.</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BART is used for summarization and GPT-2 for story generation.</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If fetching or model use fails, fallback content is provided.</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The generated text is formatted for clarity and structure.</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The final output is exported as a well-designed PDF using Report Lab.</a:t>
            </a:r>
          </a:p>
          <a:p>
            <a:pPr marR="0" lvl="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The system is robust, modular, and suited for various content generation needs.</a:t>
            </a:r>
          </a:p>
        </p:txBody>
      </p:sp>
    </p:spTree>
    <p:extLst>
      <p:ext uri="{BB962C8B-B14F-4D97-AF65-F5344CB8AC3E}">
        <p14:creationId xmlns:p14="http://schemas.microsoft.com/office/powerpoint/2010/main" val="322304809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78881" y="603666"/>
            <a:ext cx="5107239" cy="129760"/>
          </a:xfrm>
        </p:spPr>
        <p:txBody>
          <a:bodyPr>
            <a:noAutofit/>
          </a:bodyPr>
          <a:lstStyle/>
          <a:p>
            <a:pPr marL="457200" indent="-457200">
              <a:buFont typeface="Wingdings" panose="05000000000000000000" pitchFamily="2" charset="2"/>
              <a:buChar char="v"/>
            </a:pPr>
            <a:r>
              <a:rPr lang="en-US" sz="4000" dirty="0"/>
              <a:t>Problem </a:t>
            </a:r>
            <a:r>
              <a:rPr lang="en-US" sz="3200" dirty="0"/>
              <a:t>Statement</a:t>
            </a:r>
            <a:br>
              <a:rPr lang="en-US" sz="4800" dirty="0"/>
            </a:br>
            <a:endParaRPr lang="en-IN" sz="4800" dirty="0"/>
          </a:p>
        </p:txBody>
      </p:sp>
      <p:sp>
        <p:nvSpPr>
          <p:cNvPr id="7" name="Content Placeholder 6"/>
          <p:cNvSpPr>
            <a:spLocks noGrp="1"/>
          </p:cNvSpPr>
          <p:nvPr>
            <p:ph idx="1"/>
          </p:nvPr>
        </p:nvSpPr>
        <p:spPr>
          <a:xfrm>
            <a:off x="678881" y="1216440"/>
            <a:ext cx="5107239" cy="4841462"/>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Challenges Addressed:</a:t>
            </a:r>
          </a:p>
          <a:p>
            <a:r>
              <a:rPr lang="en-US" b="1" dirty="0"/>
              <a:t>Unreliable External Services</a:t>
            </a:r>
            <a:r>
              <a:rPr lang="en-US" dirty="0"/>
              <a:t>: Wikipedia/Unsplash requests may fail</a:t>
            </a:r>
          </a:p>
          <a:p>
            <a:r>
              <a:rPr lang="en-US" b="1" dirty="0"/>
              <a:t>Model Failures</a:t>
            </a:r>
            <a:r>
              <a:rPr lang="en-US" dirty="0"/>
              <a:t>: Large AI models might not load (e.g., GPU memory issues)</a:t>
            </a:r>
          </a:p>
          <a:p>
            <a:r>
              <a:rPr lang="en-US" b="1" dirty="0"/>
              <a:t>Content Quality</a:t>
            </a:r>
            <a:r>
              <a:rPr lang="en-US" dirty="0"/>
              <a:t>: Avoid incoherent/unstructured AI output</a:t>
            </a:r>
          </a:p>
          <a:p>
            <a:r>
              <a:rPr lang="en-US" b="1" dirty="0"/>
              <a:t>Accessibility</a:t>
            </a:r>
            <a:r>
              <a:rPr lang="en-US" dirty="0"/>
              <a:t>: Deliver results in user-friendly PDF format</a:t>
            </a:r>
          </a:p>
          <a:p>
            <a:endParaRPr lang="en-US" dirty="0"/>
          </a:p>
        </p:txBody>
      </p:sp>
    </p:spTree>
    <p:extLst>
      <p:ext uri="{BB962C8B-B14F-4D97-AF65-F5344CB8AC3E}">
        <p14:creationId xmlns:p14="http://schemas.microsoft.com/office/powerpoint/2010/main" val="134442026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816" y="179769"/>
            <a:ext cx="10834234" cy="612775"/>
          </a:xfrm>
        </p:spPr>
        <p:txBody>
          <a:bodyPr/>
          <a:lstStyle/>
          <a:p>
            <a:pPr marL="457200" indent="-457200" algn="ctr">
              <a:buFont typeface="Wingdings" panose="05000000000000000000" pitchFamily="2" charset="2"/>
              <a:buChar char="v"/>
            </a:pPr>
            <a:r>
              <a:rPr lang="en-US" u="sng" dirty="0"/>
              <a:t>Preprocessing</a:t>
            </a:r>
          </a:p>
        </p:txBody>
      </p:sp>
      <p:sp>
        <p:nvSpPr>
          <p:cNvPr id="11" name="Rectangle 6"/>
          <p:cNvSpPr>
            <a:spLocks noGrp="1" noChangeArrowheads="1"/>
          </p:cNvSpPr>
          <p:nvPr>
            <p:ph idx="1"/>
          </p:nvPr>
        </p:nvSpPr>
        <p:spPr bwMode="auto">
          <a:xfrm>
            <a:off x="160400" y="745192"/>
            <a:ext cx="1143755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err="1">
                <a:ln>
                  <a:noFill/>
                </a:ln>
                <a:solidFill>
                  <a:schemeClr val="tx1"/>
                </a:solidFill>
                <a:effectLst/>
                <a:latin typeface="Arial" panose="020B0604020202020204" pitchFamily="34" charset="0"/>
              </a:rPr>
              <a:t>Tokenizer</a:t>
            </a:r>
            <a:r>
              <a:rPr kumimoji="0" lang="en-US" sz="1800" b="1" i="0" u="none" strike="noStrike" cap="none" normalizeH="0" baseline="0" dirty="0">
                <a:ln>
                  <a:noFill/>
                </a:ln>
                <a:solidFill>
                  <a:schemeClr val="tx1"/>
                </a:solidFill>
                <a:effectLst/>
                <a:latin typeface="Arial" panose="020B0604020202020204" pitchFamily="34" charset="0"/>
              </a:rPr>
              <a:t> Role </a:t>
            </a:r>
            <a:r>
              <a:rPr kumimoji="0" lang="en-US" sz="1800" b="0" i="0" u="none" strike="noStrike" cap="none" normalizeH="0" baseline="0" dirty="0">
                <a:ln>
                  <a:noFill/>
                </a:ln>
                <a:solidFill>
                  <a:schemeClr val="tx1"/>
                </a:solidFill>
                <a:effectLst/>
                <a:latin typeface="Arial" panose="020B0604020202020204" pitchFamily="34" charset="0"/>
              </a:rPr>
              <a:t>– </a:t>
            </a:r>
            <a:r>
              <a:rPr kumimoji="0" lang="en-US" sz="1800" b="0" i="0" u="none" strike="noStrike" cap="none" normalizeH="0" baseline="0" dirty="0" err="1">
                <a:ln>
                  <a:noFill/>
                </a:ln>
                <a:solidFill>
                  <a:schemeClr val="tx1"/>
                </a:solidFill>
                <a:effectLst/>
                <a:latin typeface="Arial" panose="020B0604020202020204" pitchFamily="34" charset="0"/>
              </a:rPr>
              <a:t>Tokenizers</a:t>
            </a:r>
            <a:r>
              <a:rPr kumimoji="0" lang="en-US" sz="1800" b="0" i="0" u="none" strike="noStrike" cap="none" normalizeH="0" baseline="0" dirty="0">
                <a:ln>
                  <a:noFill/>
                </a:ln>
                <a:solidFill>
                  <a:schemeClr val="tx1"/>
                </a:solidFill>
                <a:effectLst/>
                <a:latin typeface="Arial" panose="020B0604020202020204" pitchFamily="34" charset="0"/>
              </a:rPr>
              <a:t> convert input text into numerical tokens that models like BART and GPT-2 can understand.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Implicit Use</a:t>
            </a:r>
            <a:r>
              <a:rPr kumimoji="0" lang="en-US" sz="1800" b="0" i="0" u="none" strike="noStrike" cap="none" normalizeH="0" baseline="0" dirty="0">
                <a:ln>
                  <a:noFill/>
                </a:ln>
                <a:solidFill>
                  <a:schemeClr val="tx1"/>
                </a:solidFill>
                <a:effectLst/>
                <a:latin typeface="Arial" panose="020B0604020202020204" pitchFamily="34" charset="0"/>
              </a:rPr>
              <a:t> – The </a:t>
            </a:r>
            <a:r>
              <a:rPr kumimoji="0" lang="en-US" sz="2000" b="0" i="0" u="none" strike="noStrike" cap="none" normalizeH="0" baseline="0" dirty="0">
                <a:ln>
                  <a:noFill/>
                </a:ln>
                <a:solidFill>
                  <a:schemeClr val="tx1"/>
                </a:solidFill>
                <a:effectLst/>
                <a:latin typeface="Arial Unicode MS" panose="020B0604020202020204" pitchFamily="34" charset="-128"/>
              </a:rPr>
              <a:t>pipeline</a:t>
            </a:r>
            <a:r>
              <a:rPr kumimoji="0" lang="en-US" sz="1600" b="0" i="0" u="none" strike="noStrike" cap="none" normalizeH="0" baseline="0" dirty="0">
                <a:ln>
                  <a:noFill/>
                </a:ln>
                <a:solidFill>
                  <a:schemeClr val="tx1"/>
                </a:solidFill>
                <a:effectLst/>
              </a:rPr>
              <a:t> </a:t>
            </a: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API from Hugging Face automatically handles tokenization behind the scenes.</a:t>
            </a:r>
            <a:endParaRPr kumimoji="0" lang="en-US" sz="4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No Manual Tokenization</a:t>
            </a:r>
            <a:r>
              <a:rPr kumimoji="0" lang="en-US" sz="1800" b="0" i="0" u="none" strike="noStrike" cap="none" normalizeH="0" baseline="0" dirty="0">
                <a:ln>
                  <a:noFill/>
                </a:ln>
                <a:solidFill>
                  <a:schemeClr val="tx1"/>
                </a:solidFill>
                <a:effectLst/>
                <a:latin typeface="Arial" panose="020B0604020202020204" pitchFamily="34" charset="0"/>
              </a:rPr>
              <a:t> – You don’t need to explicitly call the </a:t>
            </a:r>
            <a:r>
              <a:rPr kumimoji="0" lang="en-US" sz="1800" b="0" i="0" u="none" strike="noStrike" cap="none" normalizeH="0" baseline="0" dirty="0" err="1">
                <a:ln>
                  <a:noFill/>
                </a:ln>
                <a:solidFill>
                  <a:schemeClr val="tx1"/>
                </a:solidFill>
                <a:effectLst/>
                <a:latin typeface="Arial" panose="020B0604020202020204" pitchFamily="34" charset="0"/>
              </a:rPr>
              <a:t>tokenizer</a:t>
            </a:r>
            <a:r>
              <a:rPr kumimoji="0" lang="en-US" sz="1800" b="0" i="0" u="none" strike="noStrike" cap="none" normalizeH="0" baseline="0" dirty="0">
                <a:ln>
                  <a:noFill/>
                </a:ln>
                <a:solidFill>
                  <a:schemeClr val="tx1"/>
                </a:solidFill>
                <a:effectLst/>
                <a:latin typeface="Arial" panose="020B0604020202020204" pitchFamily="34" charset="0"/>
              </a:rPr>
              <a:t> in your code when using </a:t>
            </a: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pipeline</a:t>
            </a: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sz="3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Model-Specific </a:t>
            </a:r>
            <a:r>
              <a:rPr kumimoji="0" lang="en-US" sz="1800" b="1" i="0" u="none" strike="noStrike" cap="none" normalizeH="0" baseline="0" dirty="0" err="1">
                <a:ln>
                  <a:noFill/>
                </a:ln>
                <a:solidFill>
                  <a:schemeClr val="tx1"/>
                </a:solidFill>
                <a:effectLst/>
                <a:latin typeface="Arial" panose="020B0604020202020204" pitchFamily="34" charset="0"/>
              </a:rPr>
              <a:t>Tokenizers</a:t>
            </a:r>
            <a:r>
              <a:rPr kumimoji="0" lang="en-US" sz="1800" b="0" i="0" u="none" strike="noStrike" cap="none" normalizeH="0" baseline="0" dirty="0">
                <a:ln>
                  <a:noFill/>
                </a:ln>
                <a:solidFill>
                  <a:schemeClr val="tx1"/>
                </a:solidFill>
                <a:effectLst/>
                <a:latin typeface="Arial" panose="020B0604020202020204" pitchFamily="34" charset="0"/>
              </a:rPr>
              <a:t> – Each model (e.g., BART, GPT-2) uses its own compatible </a:t>
            </a:r>
            <a:r>
              <a:rPr kumimoji="0" lang="en-US" sz="1800" b="0" i="0" u="none" strike="noStrike" cap="none" normalizeH="0" baseline="0" dirty="0" err="1">
                <a:ln>
                  <a:noFill/>
                </a:ln>
                <a:solidFill>
                  <a:schemeClr val="tx1"/>
                </a:solidFill>
                <a:effectLst/>
                <a:latin typeface="Arial" panose="020B0604020202020204" pitchFamily="34" charset="0"/>
              </a:rPr>
              <a:t>tokenizer</a:t>
            </a:r>
            <a:r>
              <a:rPr kumimoji="0" lang="en-US" sz="1800" b="0" i="0" u="none" strike="noStrike" cap="none" normalizeH="0" baseline="0" dirty="0">
                <a:ln>
                  <a:noFill/>
                </a:ln>
                <a:solidFill>
                  <a:schemeClr val="tx1"/>
                </a:solidFill>
                <a:effectLst/>
                <a:latin typeface="Arial" panose="020B0604020202020204" pitchFamily="34" charset="0"/>
              </a:rPr>
              <a:t> to ensure accurate processing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Consistency and Efficiency</a:t>
            </a:r>
            <a:r>
              <a:rPr kumimoji="0" lang="en-US" sz="1800" b="0" i="0" u="none" strike="noStrike" cap="none" normalizeH="0" baseline="0" dirty="0">
                <a:ln>
                  <a:noFill/>
                </a:ln>
                <a:solidFill>
                  <a:schemeClr val="tx1"/>
                </a:solidFill>
                <a:effectLst/>
                <a:latin typeface="Arial" panose="020B0604020202020204" pitchFamily="34" charset="0"/>
              </a:rPr>
              <a:t> – Using built-in </a:t>
            </a:r>
            <a:r>
              <a:rPr kumimoji="0" lang="en-US" sz="1800" b="0" i="0" u="none" strike="noStrike" cap="none" normalizeH="0" baseline="0" dirty="0" err="1">
                <a:ln>
                  <a:noFill/>
                </a:ln>
                <a:solidFill>
                  <a:schemeClr val="tx1"/>
                </a:solidFill>
                <a:effectLst/>
                <a:latin typeface="Arial" panose="020B0604020202020204" pitchFamily="34" charset="0"/>
              </a:rPr>
              <a:t>tokenizers</a:t>
            </a:r>
            <a:r>
              <a:rPr kumimoji="0" lang="en-US" sz="1800" b="0" i="0" u="none" strike="noStrike" cap="none" normalizeH="0" baseline="0" dirty="0">
                <a:ln>
                  <a:noFill/>
                </a:ln>
                <a:solidFill>
                  <a:schemeClr val="tx1"/>
                </a:solidFill>
                <a:effectLst/>
                <a:latin typeface="Arial" panose="020B0604020202020204" pitchFamily="34" charset="0"/>
              </a:rPr>
              <a:t> through </a:t>
            </a:r>
            <a:r>
              <a:rPr kumimoji="0" lang="en-US" sz="1800" b="0" i="0" u="none" strike="noStrike" cap="none" normalizeH="0" baseline="0" dirty="0">
                <a:ln>
                  <a:noFill/>
                </a:ln>
                <a:solidFill>
                  <a:schemeClr val="tx1"/>
                </a:solidFill>
                <a:effectLst/>
                <a:latin typeface="Arial Unicode MS" panose="020B0604020202020204" pitchFamily="34" charset="-128"/>
              </a:rPr>
              <a:t>pipeline</a:t>
            </a:r>
            <a:r>
              <a:rPr kumimoji="0" lang="en-US" sz="1400" b="0" i="0" u="none" strike="noStrike" cap="none" normalizeH="0" baseline="0" dirty="0">
                <a:ln>
                  <a:noFill/>
                </a:ln>
                <a:solidFill>
                  <a:schemeClr val="tx1"/>
                </a:solidFill>
                <a:effectLst/>
              </a:rPr>
              <a:t> </a:t>
            </a:r>
            <a:r>
              <a:rPr kumimoji="0" lang="en-US" sz="1800" b="0" i="0" u="none" strike="noStrike" cap="none" normalizeH="0" baseline="0" dirty="0">
                <a:ln>
                  <a:noFill/>
                </a:ln>
                <a:solidFill>
                  <a:schemeClr val="tx1"/>
                </a:solidFill>
                <a:effectLst/>
              </a:rPr>
              <a:t>ensures consistent preprocessing and efficient execution.</a:t>
            </a:r>
            <a:endParaRPr kumimoji="0" lang="en-US" sz="4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Encoding and Decoding</a:t>
            </a:r>
            <a:r>
              <a:rPr kumimoji="0" lang="en-US" sz="1800" b="0" i="0" u="none" strike="noStrike" cap="none" normalizeH="0" baseline="0" dirty="0">
                <a:ln>
                  <a:noFill/>
                </a:ln>
                <a:solidFill>
                  <a:schemeClr val="tx1"/>
                </a:solidFill>
                <a:effectLst/>
                <a:latin typeface="Arial" panose="020B0604020202020204" pitchFamily="34" charset="0"/>
              </a:rPr>
              <a:t> – </a:t>
            </a:r>
            <a:r>
              <a:rPr kumimoji="0" lang="en-US" sz="1800" b="0" i="0" u="none" strike="noStrike" cap="none" normalizeH="0" baseline="0" dirty="0" err="1">
                <a:ln>
                  <a:noFill/>
                </a:ln>
                <a:solidFill>
                  <a:schemeClr val="tx1"/>
                </a:solidFill>
                <a:effectLst/>
                <a:latin typeface="Arial" panose="020B0604020202020204" pitchFamily="34" charset="0"/>
              </a:rPr>
              <a:t>Tokenizers</a:t>
            </a:r>
            <a:r>
              <a:rPr kumimoji="0" lang="en-US" sz="1800" b="0" i="0" u="none" strike="noStrike" cap="none" normalizeH="0" baseline="0" dirty="0">
                <a:ln>
                  <a:noFill/>
                </a:ln>
                <a:solidFill>
                  <a:schemeClr val="tx1"/>
                </a:solidFill>
                <a:effectLst/>
                <a:latin typeface="Arial" panose="020B0604020202020204" pitchFamily="34" charset="0"/>
              </a:rPr>
              <a:t> handle both encoding (text to tokens) and decoding (tokens back to text) internally.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Custom Use Possible</a:t>
            </a:r>
            <a:r>
              <a:rPr kumimoji="0" lang="en-US" sz="1800" b="0" i="0" u="none" strike="noStrike" cap="none" normalizeH="0" baseline="0" dirty="0">
                <a:ln>
                  <a:noFill/>
                </a:ln>
                <a:solidFill>
                  <a:schemeClr val="tx1"/>
                </a:solidFill>
                <a:effectLst/>
                <a:latin typeface="Arial" panose="020B0604020202020204" pitchFamily="34" charset="0"/>
              </a:rPr>
              <a:t> – If needed, you can manually access and use the </a:t>
            </a:r>
            <a:r>
              <a:rPr kumimoji="0" lang="en-US" sz="1800" b="0" i="0" u="none" strike="noStrike" cap="none" normalizeH="0" baseline="0" dirty="0" err="1">
                <a:ln>
                  <a:noFill/>
                </a:ln>
                <a:solidFill>
                  <a:schemeClr val="tx1"/>
                </a:solidFill>
                <a:effectLst/>
                <a:latin typeface="Arial" panose="020B0604020202020204" pitchFamily="34" charset="0"/>
              </a:rPr>
              <a:t>tokenizer</a:t>
            </a:r>
            <a:r>
              <a:rPr kumimoji="0" lang="en-US" sz="1800" b="0" i="0" u="none" strike="noStrike" cap="none" normalizeH="0" baseline="0" dirty="0">
                <a:ln>
                  <a:noFill/>
                </a:ln>
                <a:solidFill>
                  <a:schemeClr val="tx1"/>
                </a:solidFill>
                <a:effectLst/>
                <a:latin typeface="Arial" panose="020B0604020202020204" pitchFamily="34" charset="0"/>
              </a:rPr>
              <a:t> via </a:t>
            </a:r>
            <a:r>
              <a:rPr kumimoji="0" 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AutoTokenizer.from_pretrained</a:t>
            </a:r>
            <a:r>
              <a:rPr kumimoji="0" 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for advanced control</a:t>
            </a:r>
            <a:endParaRPr kumimoji="0" lang="en-US" sz="4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456695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idx="1"/>
          </p:nvPr>
        </p:nvSpPr>
        <p:spPr bwMode="auto">
          <a:xfrm>
            <a:off x="650875" y="926790"/>
            <a:ext cx="10667158"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err="1">
                <a:ln>
                  <a:noFill/>
                </a:ln>
                <a:solidFill>
                  <a:schemeClr val="tx1"/>
                </a:solidFill>
                <a:effectLst/>
                <a:latin typeface="Arial" panose="020B0604020202020204" pitchFamily="34" charset="0"/>
              </a:rPr>
              <a:t>Tokenizer</a:t>
            </a:r>
            <a:r>
              <a:rPr kumimoji="0" lang="en-US" sz="1800" b="1" i="0" u="none" strike="noStrike" cap="none" normalizeH="0" baseline="0" dirty="0">
                <a:ln>
                  <a:noFill/>
                </a:ln>
                <a:solidFill>
                  <a:schemeClr val="tx1"/>
                </a:solidFill>
                <a:effectLst/>
                <a:latin typeface="Arial" panose="020B0604020202020204" pitchFamily="34" charset="0"/>
              </a:rPr>
              <a:t> Preprocessing</a:t>
            </a:r>
            <a:r>
              <a:rPr kumimoji="0" lang="en-US" sz="1800" b="0" i="0" u="none" strike="noStrike" cap="none" normalizeH="0" baseline="0" dirty="0">
                <a:ln>
                  <a:noFill/>
                </a:ln>
                <a:solidFill>
                  <a:schemeClr val="tx1"/>
                </a:solidFill>
                <a:effectLst/>
                <a:latin typeface="Arial" panose="020B0604020202020204" pitchFamily="34" charset="0"/>
              </a:rPr>
              <a:t>: Converts raw text into token IDs that models can understand, handling truncation, padding, and adding special tokens.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Summarization with BART</a:t>
            </a:r>
            <a:r>
              <a:rPr kumimoji="0" lang="en-US" sz="1800" b="0" i="0" u="none" strike="noStrike" cap="none" normalizeH="0" baseline="0" dirty="0">
                <a:ln>
                  <a:noFill/>
                </a:ln>
                <a:solidFill>
                  <a:schemeClr val="tx1"/>
                </a:solidFill>
                <a:effectLst/>
                <a:latin typeface="Arial" panose="020B0604020202020204" pitchFamily="34" charset="0"/>
              </a:rPr>
              <a:t>: The </a:t>
            </a: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summarizer</a:t>
            </a: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pipeline tokenizes input using BART's </a:t>
            </a:r>
            <a:r>
              <a:rPr kumimoji="0" lang="en-US" sz="16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tokenizer</a:t>
            </a:r>
            <a:r>
              <a:rPr kumimoji="0" 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runs it through the model, and decodes the output into readable summary text.</a:t>
            </a:r>
            <a:endParaRPr kumimoji="0" lang="en-US" sz="4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Story Generation with GPT-2</a:t>
            </a:r>
            <a:r>
              <a:rPr kumimoji="0" lang="en-US" sz="1800" b="0" i="0" u="none" strike="noStrike" cap="none" normalizeH="0" baseline="0" dirty="0">
                <a:ln>
                  <a:noFill/>
                </a:ln>
                <a:solidFill>
                  <a:schemeClr val="tx1"/>
                </a:solidFill>
                <a:effectLst/>
                <a:latin typeface="Arial" panose="020B0604020202020204" pitchFamily="34" charset="0"/>
              </a:rPr>
              <a:t>: The </a:t>
            </a:r>
            <a:r>
              <a:rPr kumimoji="0" lang="en-US" sz="1600" b="0" i="0" u="none" strike="noStrike" cap="none" normalizeH="0" baseline="0" dirty="0">
                <a:ln>
                  <a:noFill/>
                </a:ln>
                <a:solidFill>
                  <a:schemeClr val="tx1"/>
                </a:solidFill>
                <a:effectLst/>
                <a:latin typeface="Arial Unicode MS" panose="020B0604020202020204" pitchFamily="34" charset="-128"/>
              </a:rPr>
              <a:t>text-generation</a:t>
            </a:r>
            <a:r>
              <a:rPr kumimoji="0" lang="en-US" sz="1200" b="0" i="0" u="none" strike="noStrike" cap="none" normalizeH="0" baseline="0" dirty="0">
                <a:ln>
                  <a:noFill/>
                </a:ln>
                <a:solidFill>
                  <a:schemeClr val="tx1"/>
                </a:solidFill>
                <a:effectLst/>
              </a:rPr>
              <a:t> </a:t>
            </a:r>
            <a:r>
              <a:rPr kumimoji="0" lang="en-US" sz="1800" b="0" i="0" u="none" strike="noStrike" cap="none" normalizeH="0" baseline="0" dirty="0">
                <a:ln>
                  <a:noFill/>
                </a:ln>
                <a:solidFill>
                  <a:schemeClr val="tx1"/>
                </a:solidFill>
                <a:effectLst/>
              </a:rPr>
              <a:t>pipeline tokenizes input using GPT-2's </a:t>
            </a:r>
            <a:r>
              <a:rPr kumimoji="0" lang="en-US" sz="1800" b="0" i="0" u="none" strike="noStrike" cap="none" normalizeH="0" baseline="0" dirty="0" err="1">
                <a:ln>
                  <a:noFill/>
                </a:ln>
                <a:solidFill>
                  <a:schemeClr val="tx1"/>
                </a:solidFill>
                <a:effectLst/>
              </a:rPr>
              <a:t>tokenizer</a:t>
            </a:r>
            <a:r>
              <a:rPr kumimoji="0" lang="en-US" sz="1800" b="0" i="0" u="none" strike="noStrike" cap="none" normalizeH="0" baseline="0" dirty="0">
                <a:ln>
                  <a:noFill/>
                </a:ln>
                <a:solidFill>
                  <a:schemeClr val="tx1"/>
                </a:solidFill>
                <a:effectLst/>
              </a:rPr>
              <a:t> and generates text until it reaches a length limit or an end token</a:t>
            </a:r>
            <a:r>
              <a:rPr kumimoji="0" lang="en-US" sz="1050" b="0" i="0" u="none" strike="noStrike" cap="none" normalizeH="0" baseline="0" dirty="0">
                <a:ln>
                  <a:noFill/>
                </a:ln>
                <a:solidFill>
                  <a:schemeClr val="tx1"/>
                </a:solidFill>
                <a:effectLst/>
              </a:rPr>
              <a:t>.</a:t>
            </a:r>
            <a:endParaRPr kumimoji="0" 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Automatic Token Handling</a:t>
            </a:r>
            <a:r>
              <a:rPr kumimoji="0" lang="en-US" sz="1800" b="0" i="0" u="none" strike="noStrike" cap="none" normalizeH="0" baseline="0" dirty="0">
                <a:ln>
                  <a:noFill/>
                </a:ln>
                <a:solidFill>
                  <a:schemeClr val="tx1"/>
                </a:solidFill>
                <a:effectLst/>
                <a:latin typeface="Arial" panose="020B0604020202020204" pitchFamily="34" charset="0"/>
              </a:rPr>
              <a:t>: Both pipelines handle tokenization and decoding automatically through Hugging Face's </a:t>
            </a:r>
            <a:r>
              <a:rPr kumimoji="0" 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pipeline</a:t>
            </a:r>
            <a:r>
              <a:rPr kumimoji="0" 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API.</a:t>
            </a:r>
            <a:endParaRPr kumimoji="0" lang="en-US" sz="4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No Manual Intervention</a:t>
            </a:r>
            <a:r>
              <a:rPr kumimoji="0" lang="en-US" sz="1800" b="0" i="0" u="none" strike="noStrike" cap="none" normalizeH="0" baseline="0" dirty="0">
                <a:ln>
                  <a:noFill/>
                </a:ln>
                <a:solidFill>
                  <a:schemeClr val="tx1"/>
                </a:solidFill>
                <a:effectLst/>
                <a:latin typeface="Arial" panose="020B0604020202020204" pitchFamily="34" charset="0"/>
              </a:rPr>
              <a:t>: Users don't need to manually manage </a:t>
            </a:r>
            <a:r>
              <a:rPr kumimoji="0" lang="en-US" sz="1800" b="0" i="0" u="none" strike="noStrike" cap="none" normalizeH="0" baseline="0" dirty="0" err="1">
                <a:ln>
                  <a:noFill/>
                </a:ln>
                <a:solidFill>
                  <a:schemeClr val="tx1"/>
                </a:solidFill>
                <a:effectLst/>
                <a:latin typeface="Arial" panose="020B0604020202020204" pitchFamily="34" charset="0"/>
              </a:rPr>
              <a:t>tokenizers</a:t>
            </a:r>
            <a:r>
              <a:rPr kumimoji="0" lang="en-US" sz="1800" b="0" i="0" u="none" strike="noStrike" cap="none" normalizeH="0" baseline="0" dirty="0">
                <a:ln>
                  <a:noFill/>
                </a:ln>
                <a:solidFill>
                  <a:schemeClr val="tx1"/>
                </a:solidFill>
                <a:effectLst/>
                <a:latin typeface="Arial" panose="020B0604020202020204" pitchFamily="34" charset="0"/>
              </a:rPr>
              <a:t>—everything is seamlessly managed within the pipeline.</a:t>
            </a:r>
          </a:p>
        </p:txBody>
      </p:sp>
    </p:spTree>
    <p:extLst>
      <p:ext uri="{BB962C8B-B14F-4D97-AF65-F5344CB8AC3E}">
        <p14:creationId xmlns:p14="http://schemas.microsoft.com/office/powerpoint/2010/main" val="23790518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127415"/>
            <a:ext cx="5107239" cy="612775"/>
          </a:xfrm>
        </p:spPr>
        <p:txBody>
          <a:bodyPr>
            <a:normAutofit/>
          </a:bodyPr>
          <a:lstStyle/>
          <a:p>
            <a:pPr marL="457200" indent="-457200">
              <a:buFont typeface="Wingdings" panose="05000000000000000000" pitchFamily="2" charset="2"/>
              <a:buChar char="v"/>
            </a:pPr>
            <a:r>
              <a:rPr lang="en-US" sz="3200" dirty="0"/>
              <a:t>WORKFLOW</a:t>
            </a:r>
          </a:p>
        </p:txBody>
      </p:sp>
      <p:sp>
        <p:nvSpPr>
          <p:cNvPr id="5" name="TextBox 4"/>
          <p:cNvSpPr txBox="1"/>
          <p:nvPr/>
        </p:nvSpPr>
        <p:spPr>
          <a:xfrm>
            <a:off x="291431" y="857250"/>
            <a:ext cx="5495925" cy="4524315"/>
          </a:xfrm>
          <a:prstGeom prst="rect">
            <a:avLst/>
          </a:prstGeom>
          <a:noFill/>
        </p:spPr>
        <p:txBody>
          <a:bodyPr wrap="square" rtlCol="0">
            <a:spAutoFit/>
          </a:bodyPr>
          <a:lstStyle/>
          <a:p>
            <a:pPr marL="342900" indent="-342900">
              <a:buAutoNum type="arabicPeriod"/>
            </a:pPr>
            <a:r>
              <a:rPr lang="en-US" b="1" dirty="0"/>
              <a:t>Input</a:t>
            </a:r>
            <a:r>
              <a:rPr lang="en-US" dirty="0"/>
              <a:t>: Receives topic and content type (summary or story).</a:t>
            </a:r>
          </a:p>
          <a:p>
            <a:endParaRPr lang="en-US" dirty="0"/>
          </a:p>
          <a:p>
            <a:r>
              <a:rPr lang="en-US" dirty="0"/>
              <a:t>2. </a:t>
            </a:r>
            <a:r>
              <a:rPr lang="en-US" b="1" dirty="0"/>
              <a:t>Content Generator</a:t>
            </a:r>
            <a:r>
              <a:rPr lang="en-US" dirty="0"/>
              <a:t>:</a:t>
            </a:r>
          </a:p>
          <a:p>
            <a:pPr algn="just"/>
            <a:r>
              <a:rPr lang="en-US" dirty="0"/>
              <a:t>       - For summaries: Uses BART model to summarize   Wikipedia content, with fallback to hardcoded summary.</a:t>
            </a:r>
          </a:p>
          <a:p>
            <a:pPr algn="just"/>
            <a:r>
              <a:rPr lang="en-US" dirty="0"/>
              <a:t>       - For stories: Uses GPT-2 to generate a structured story, with fallback to hardcoded story.</a:t>
            </a:r>
          </a:p>
          <a:p>
            <a:endParaRPr lang="en-US" dirty="0"/>
          </a:p>
          <a:p>
            <a:r>
              <a:rPr lang="en-US" dirty="0"/>
              <a:t>3. </a:t>
            </a:r>
            <a:r>
              <a:rPr lang="en-US" b="1" dirty="0"/>
              <a:t>PDF Assembler</a:t>
            </a:r>
            <a:r>
              <a:rPr lang="en-US" dirty="0"/>
              <a:t>: Combines the generated text into a formatted PDF using Report Lab. Handles pagination and layout.</a:t>
            </a:r>
          </a:p>
          <a:p>
            <a:endParaRPr lang="en-US" dirty="0"/>
          </a:p>
          <a:p>
            <a:r>
              <a:rPr lang="en-US" dirty="0"/>
              <a:t>4. </a:t>
            </a:r>
            <a:r>
              <a:rPr lang="en-US" b="1" dirty="0"/>
              <a:t>Output: </a:t>
            </a:r>
            <a:r>
              <a:rPr lang="en-US" dirty="0"/>
              <a:t>Saves the PDF in the `output` directory and returns the result.</a:t>
            </a:r>
            <a:br>
              <a:rPr lang="en-US" dirty="0"/>
            </a:br>
            <a:endParaRPr lang="en-US" dirty="0"/>
          </a:p>
        </p:txBody>
      </p:sp>
      <p:graphicFrame>
        <p:nvGraphicFramePr>
          <p:cNvPr id="3" name="Diagram 2">
            <a:extLst>
              <a:ext uri="{FF2B5EF4-FFF2-40B4-BE49-F238E27FC236}">
                <a16:creationId xmlns:a16="http://schemas.microsoft.com/office/drawing/2014/main" id="{5B54526B-37C0-6699-AD77-34E6E2D05696}"/>
              </a:ext>
            </a:extLst>
          </p:cNvPr>
          <p:cNvGraphicFramePr/>
          <p:nvPr>
            <p:extLst>
              <p:ext uri="{D42A27DB-BD31-4B8C-83A1-F6EECF244321}">
                <p14:modId xmlns:p14="http://schemas.microsoft.com/office/powerpoint/2010/main" val="2516407894"/>
              </p:ext>
            </p:extLst>
          </p:nvPr>
        </p:nvGraphicFramePr>
        <p:xfrm>
          <a:off x="6096000" y="1530264"/>
          <a:ext cx="6096000" cy="37974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81521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18" y="90482"/>
            <a:ext cx="10834234" cy="612775"/>
          </a:xfrm>
        </p:spPr>
        <p:txBody>
          <a:bodyPr>
            <a:normAutofit/>
          </a:bodyPr>
          <a:lstStyle/>
          <a:p>
            <a:pPr marL="457200" indent="-457200" algn="ctr">
              <a:buFont typeface="Wingdings" panose="05000000000000000000" pitchFamily="2" charset="2"/>
              <a:buChar char="v"/>
            </a:pPr>
            <a:r>
              <a:rPr lang="en-US" u="sng" dirty="0"/>
              <a:t>MODEL EVALUATION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75852" y="1359693"/>
            <a:ext cx="7116147" cy="3594861"/>
          </a:xfrm>
        </p:spPr>
      </p:pic>
      <p:sp>
        <p:nvSpPr>
          <p:cNvPr id="6" name="Rectangle 1"/>
          <p:cNvSpPr>
            <a:spLocks noChangeArrowheads="1"/>
          </p:cNvSpPr>
          <p:nvPr/>
        </p:nvSpPr>
        <p:spPr bwMode="auto">
          <a:xfrm>
            <a:off x="445618" y="756466"/>
            <a:ext cx="433873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1" i="0" u="none" strike="noStrike" cap="none" normalizeH="0" baseline="0" dirty="0">
                <a:ln>
                  <a:noFill/>
                </a:ln>
                <a:solidFill>
                  <a:schemeClr val="tx1"/>
                </a:solidFill>
                <a:effectLst/>
                <a:latin typeface="Arial" panose="020B0604020202020204" pitchFamily="34" charset="0"/>
              </a:rPr>
              <a:t>BART ROUGE-1 (0.62–0.68)</a:t>
            </a:r>
            <a:r>
              <a:rPr kumimoji="0" lang="en-US" sz="1800" b="0" i="0" u="none" strike="noStrike" cap="none" normalizeH="0" baseline="0" dirty="0">
                <a:ln>
                  <a:noFill/>
                </a:ln>
                <a:solidFill>
                  <a:schemeClr val="tx1"/>
                </a:solidFill>
                <a:effectLst/>
                <a:latin typeface="Arial" panose="020B0604020202020204" pitchFamily="34" charset="0"/>
              </a:rPr>
              <a:t> – Indicates high-quality summarization with strong word-level overlap.</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1" i="0" u="none" strike="noStrike" cap="none" normalizeH="0" baseline="0" dirty="0">
                <a:ln>
                  <a:noFill/>
                </a:ln>
                <a:solidFill>
                  <a:schemeClr val="tx1"/>
                </a:solidFill>
                <a:effectLst/>
                <a:latin typeface="Arial" panose="020B0604020202020204" pitchFamily="34" charset="0"/>
              </a:rPr>
              <a:t>BART ROUGE-L (0.58–0.63)</a:t>
            </a:r>
            <a:r>
              <a:rPr kumimoji="0" lang="en-US" sz="1800" b="0" i="0" u="none" strike="noStrike" cap="none" normalizeH="0" baseline="0" dirty="0">
                <a:ln>
                  <a:noFill/>
                </a:ln>
                <a:solidFill>
                  <a:schemeClr val="tx1"/>
                </a:solidFill>
                <a:effectLst/>
                <a:latin typeface="Arial" panose="020B0604020202020204" pitchFamily="34" charset="0"/>
              </a:rPr>
              <a:t> – Shows good fluency and sequence-level accuracy in summaries.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800" b="1" i="0" u="none" strike="noStrike" cap="none" normalizeH="0" baseline="0" dirty="0">
                <a:ln>
                  <a:noFill/>
                </a:ln>
                <a:solidFill>
                  <a:schemeClr val="tx1"/>
                </a:solidFill>
                <a:effectLst/>
                <a:latin typeface="Arial" panose="020B0604020202020204" pitchFamily="34" charset="0"/>
              </a:rPr>
              <a:t>GPT-2 BLEU (0.28–0.33)</a:t>
            </a:r>
            <a:r>
              <a:rPr kumimoji="0" lang="en-US" sz="1800" b="0" i="0" u="none" strike="noStrike" cap="none" normalizeH="0" baseline="0" dirty="0">
                <a:ln>
                  <a:noFill/>
                </a:ln>
                <a:solidFill>
                  <a:schemeClr val="tx1"/>
                </a:solidFill>
                <a:effectLst/>
                <a:latin typeface="Arial" panose="020B0604020202020204" pitchFamily="34" charset="0"/>
              </a:rPr>
              <a:t> – Acceptable for creative story generation, where multiple outputs are valid.</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800" b="1" i="0" u="none" strike="noStrike" cap="none" normalizeH="0" baseline="0" dirty="0">
                <a:ln>
                  <a:noFill/>
                </a:ln>
                <a:solidFill>
                  <a:schemeClr val="tx1"/>
                </a:solidFill>
                <a:effectLst/>
                <a:latin typeface="Arial" panose="020B0604020202020204" pitchFamily="34" charset="0"/>
              </a:rPr>
              <a:t>GPT-2 User Rating (4.0–4.5/5)</a:t>
            </a:r>
            <a:r>
              <a:rPr kumimoji="0" lang="en-US" sz="1800" b="0" i="0" u="none" strike="noStrike" cap="none" normalizeH="0" baseline="0" dirty="0">
                <a:ln>
                  <a:noFill/>
                </a:ln>
                <a:solidFill>
                  <a:schemeClr val="tx1"/>
                </a:solidFill>
                <a:effectLst/>
                <a:latin typeface="Arial" panose="020B0604020202020204" pitchFamily="34" charset="0"/>
              </a:rPr>
              <a:t> – Reflects strong user satisfaction and perceived content quality.</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1800" b="1" i="0" u="none" strike="noStrike" cap="none" normalizeH="0" baseline="0" dirty="0">
                <a:ln>
                  <a:noFill/>
                </a:ln>
                <a:solidFill>
                  <a:schemeClr val="tx1"/>
                </a:solidFill>
                <a:effectLst/>
                <a:latin typeface="Arial" panose="020B0604020202020204" pitchFamily="34" charset="0"/>
              </a:rPr>
              <a:t>Overall</a:t>
            </a:r>
            <a:r>
              <a:rPr kumimoji="0" lang="en-US" sz="1800" b="0" i="0" u="none" strike="noStrike" cap="none" normalizeH="0" baseline="0" dirty="0">
                <a:ln>
                  <a:noFill/>
                </a:ln>
                <a:solidFill>
                  <a:schemeClr val="tx1"/>
                </a:solidFill>
                <a:effectLst/>
                <a:latin typeface="Arial" panose="020B0604020202020204" pitchFamily="34" charset="0"/>
              </a:rPr>
              <a:t> – The system shows reliable performance for summarization and positive user reception for storytelling.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916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algn="ctr">
              <a:buFont typeface="Wingdings" panose="05000000000000000000" pitchFamily="2" charset="2"/>
              <a:buChar char="v"/>
            </a:pPr>
            <a:r>
              <a:rPr lang="en-US" dirty="0"/>
              <a:t>Content Authenticity Assurance</a:t>
            </a:r>
          </a:p>
        </p:txBody>
      </p:sp>
      <p:sp>
        <p:nvSpPr>
          <p:cNvPr id="8" name="Rectangle 5"/>
          <p:cNvSpPr>
            <a:spLocks noChangeArrowheads="1"/>
          </p:cNvSpPr>
          <p:nvPr/>
        </p:nvSpPr>
        <p:spPr bwMode="auto">
          <a:xfrm>
            <a:off x="1352939" y="1378107"/>
            <a:ext cx="7427167"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a:t>
            </a:r>
            <a:r>
              <a:rPr kumimoji="0" lang="en-US" sz="1800" b="1" i="0" u="none" strike="noStrike" cap="none" normalizeH="0" baseline="0" dirty="0">
                <a:ln>
                  <a:noFill/>
                </a:ln>
                <a:solidFill>
                  <a:schemeClr val="tx1"/>
                </a:solidFill>
                <a:effectLst/>
                <a:latin typeface="Arial" panose="020B0604020202020204" pitchFamily="34" charset="0"/>
              </a:rPr>
              <a:t>Uses trusted sources like Wikipedia via API</a:t>
            </a:r>
            <a:endParaRPr kumimoji="0" 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Scrapes only well-structured, cited information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Includes source attribution in PDFs (topic and link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Fallback summaries/stories clearly marked if scraping or models fail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Text is paragraph-structured and manually tested for clarity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Avoids hallucination by using summarization instead of pure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Plan to integrate: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Fact-checking APIs (e.g., Google Fact Check)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Named Entity Recognition (NER) to validate facts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Retrieval-Augmented Generation (RAG) for fact-grounded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 Final output is reviewed for: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Factual correctness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Sentence coherence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a:ln>
                  <a:noFill/>
                </a:ln>
                <a:solidFill>
                  <a:schemeClr val="tx1"/>
                </a:solidFill>
                <a:effectLst/>
                <a:latin typeface="Arial" panose="020B0604020202020204" pitchFamily="34" charset="0"/>
              </a:rPr>
              <a:t>Readability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8484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pPr marL="571500" indent="-571500">
              <a:buFont typeface="Wingdings" panose="05000000000000000000" pitchFamily="2" charset="2"/>
              <a:buChar char="v"/>
            </a:pPr>
            <a:r>
              <a:rPr lang="en-US" sz="3600" u="sng" dirty="0"/>
              <a:t>Key Strengths &amp; Applications</a:t>
            </a:r>
            <a:endParaRPr lang="en-US" u="sng" dirty="0"/>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p:txBody>
          <a:bodyPr lIns="0" tIns="0" rIns="0" bIns="0" numCol="2">
            <a:normAutofit/>
          </a:bodyPr>
          <a:lstStyle/>
          <a:p>
            <a:r>
              <a:rPr lang="en-US" sz="2400" b="1" dirty="0"/>
              <a:t>Advantages:</a:t>
            </a:r>
            <a:br>
              <a:rPr lang="en-US" sz="2400" dirty="0"/>
            </a:br>
            <a:r>
              <a:rPr lang="en-US" sz="2400" dirty="0"/>
              <a:t>🛡 Resilience: 5+ fallback layers</a:t>
            </a:r>
            <a:br>
              <a:rPr lang="en-US" sz="2400" dirty="0"/>
            </a:br>
            <a:r>
              <a:rPr lang="en-US" sz="2400" dirty="0"/>
              <a:t>🚀 End-to-End Automation: Topic → PDF in &lt;60s</a:t>
            </a:r>
            <a:br>
              <a:rPr lang="en-US" sz="2400" dirty="0"/>
            </a:br>
            <a:r>
              <a:rPr lang="en-US" sz="2400" dirty="0"/>
              <a:t>📚 Structured Output: Enforced narrative rules</a:t>
            </a:r>
          </a:p>
          <a:p>
            <a:pPr>
              <a:buFont typeface="Wingdings" panose="05000000000000000000" pitchFamily="2" charset="2"/>
              <a:buChar char="q"/>
            </a:pPr>
            <a:r>
              <a:rPr lang="en-US" sz="2400" b="1" dirty="0"/>
              <a:t>Use Cases:</a:t>
            </a:r>
          </a:p>
          <a:p>
            <a:r>
              <a:rPr lang="en-US" sz="2400" dirty="0"/>
              <a:t>Content marketing agencies</a:t>
            </a:r>
          </a:p>
          <a:p>
            <a:r>
              <a:rPr lang="en-US" sz="2400" dirty="0"/>
              <a:t>Automated report generation</a:t>
            </a:r>
          </a:p>
          <a:p>
            <a:r>
              <a:rPr lang="en-US" sz="2400" dirty="0"/>
              <a:t>Educational tools</a:t>
            </a:r>
            <a:br>
              <a:rPr lang="en-US" sz="2400" dirty="0"/>
            </a:br>
            <a:r>
              <a:rPr lang="en-US" sz="2400" dirty="0"/>
              <a:t>Customizable (</a:t>
            </a:r>
            <a:r>
              <a:rPr lang="en-US" sz="2400" i="1" dirty="0"/>
              <a:t>Extend to poems/reports</a:t>
            </a:r>
            <a:r>
              <a:rPr lang="en-US" sz="2400" dirty="0"/>
              <a:t>)</a:t>
            </a:r>
            <a:br>
              <a:rPr lang="en-US" sz="2400" dirty="0"/>
            </a:br>
            <a:br>
              <a:rPr lang="en-US" sz="2400" dirty="0"/>
            </a:br>
            <a:endParaRPr lang="en-IN" sz="2200" dirty="0"/>
          </a:p>
        </p:txBody>
      </p:sp>
    </p:spTree>
    <p:extLst>
      <p:ext uri="{BB962C8B-B14F-4D97-AF65-F5344CB8AC3E}">
        <p14:creationId xmlns:p14="http://schemas.microsoft.com/office/powerpoint/2010/main" val="284599245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457200" indent="-457200" algn="ctr">
              <a:buFont typeface="Wingdings" panose="05000000000000000000" pitchFamily="2" charset="2"/>
              <a:buChar char="Ø"/>
            </a:pPr>
            <a:r>
              <a:rPr lang="en-US" u="sng" dirty="0"/>
              <a:t>Future enhancement</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a:t>
            </a:r>
            <a:r>
              <a:rPr lang="en-US" b="1" dirty="0"/>
              <a:t>Upgrade to Advanced Models</a:t>
            </a:r>
          </a:p>
          <a:p>
            <a:pPr>
              <a:buFont typeface="Wingdings" panose="05000000000000000000" pitchFamily="2" charset="2"/>
              <a:buChar char="q"/>
            </a:pPr>
            <a:r>
              <a:rPr lang="en-US" b="1" dirty="0"/>
              <a:t>Multimodal Output</a:t>
            </a:r>
          </a:p>
          <a:p>
            <a:pPr>
              <a:buFont typeface="Wingdings" panose="05000000000000000000" pitchFamily="2" charset="2"/>
              <a:buChar char="q"/>
            </a:pPr>
            <a:r>
              <a:rPr lang="en-US" b="1" dirty="0"/>
              <a:t>Interactive Web UI</a:t>
            </a:r>
          </a:p>
          <a:p>
            <a:pPr>
              <a:buFont typeface="Wingdings" panose="05000000000000000000" pitchFamily="2" charset="2"/>
              <a:buChar char="q"/>
            </a:pPr>
            <a:r>
              <a:rPr lang="en-US" b="1" dirty="0"/>
              <a:t>Support for More Sources</a:t>
            </a:r>
          </a:p>
          <a:p>
            <a:pPr>
              <a:buFont typeface="Wingdings" panose="05000000000000000000" pitchFamily="2" charset="2"/>
              <a:buChar char="q"/>
            </a:pPr>
            <a:r>
              <a:rPr lang="en-US" b="1" dirty="0"/>
              <a:t>Advanced Personalization</a:t>
            </a:r>
          </a:p>
          <a:p>
            <a:pPr>
              <a:buFont typeface="Wingdings" panose="05000000000000000000" pitchFamily="2" charset="2"/>
              <a:buChar char="q"/>
            </a:pPr>
            <a:r>
              <a:rPr lang="en-US" b="1" dirty="0"/>
              <a:t>Cloud Deployment</a:t>
            </a:r>
          </a:p>
          <a:p>
            <a:pPr>
              <a:buFont typeface="Wingdings" panose="05000000000000000000" pitchFamily="2" charset="2"/>
              <a:buChar char="q"/>
            </a:pPr>
            <a:r>
              <a:rPr lang="en-US" b="1" dirty="0"/>
              <a:t>Analytics &amp; Feedback Loop</a:t>
            </a:r>
          </a:p>
        </p:txBody>
      </p:sp>
    </p:spTree>
    <p:extLst>
      <p:ext uri="{BB962C8B-B14F-4D97-AF65-F5344CB8AC3E}">
        <p14:creationId xmlns:p14="http://schemas.microsoft.com/office/powerpoint/2010/main" val="2687480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FE4DB-5EBD-138B-837D-352247620376}"/>
              </a:ext>
            </a:extLst>
          </p:cNvPr>
          <p:cNvSpPr>
            <a:spLocks noGrp="1"/>
          </p:cNvSpPr>
          <p:nvPr>
            <p:ph type="title"/>
          </p:nvPr>
        </p:nvSpPr>
        <p:spPr/>
        <p:txBody>
          <a:bodyPr/>
          <a:lstStyle/>
          <a:p>
            <a:pPr marL="457200" indent="-457200" algn="ctr">
              <a:buFont typeface="Wingdings" panose="05000000000000000000" pitchFamily="2" charset="2"/>
              <a:buChar char="Ø"/>
            </a:pPr>
            <a:r>
              <a:rPr lang="en-US" u="sng" dirty="0"/>
              <a:t>CONCLUSION</a:t>
            </a:r>
            <a:endParaRPr lang="en-IN" u="sng" dirty="0"/>
          </a:p>
        </p:txBody>
      </p:sp>
      <p:sp>
        <p:nvSpPr>
          <p:cNvPr id="8" name="Rectangle 4"/>
          <p:cNvSpPr>
            <a:spLocks noGrp="1" noChangeArrowheads="1"/>
          </p:cNvSpPr>
          <p:nvPr>
            <p:ph idx="1"/>
          </p:nvPr>
        </p:nvSpPr>
        <p:spPr bwMode="auto">
          <a:xfrm>
            <a:off x="1434663" y="1493439"/>
            <a:ext cx="867972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End-to-End Automation</a:t>
            </a:r>
            <a:r>
              <a:rPr kumimoji="0" lang="en-US" sz="1800" b="0" i="0" u="none" strike="noStrike" cap="none" normalizeH="0" baseline="0" dirty="0">
                <a:ln>
                  <a:noFill/>
                </a:ln>
                <a:solidFill>
                  <a:schemeClr val="tx1"/>
                </a:solidFill>
                <a:effectLst/>
                <a:latin typeface="Arial" panose="020B0604020202020204" pitchFamily="34" charset="0"/>
              </a:rPr>
              <a:t> – Combines NLP, web scraping, and design to automate the full content creation process.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Live Data Integration</a:t>
            </a:r>
            <a:r>
              <a:rPr kumimoji="0" lang="en-US" sz="1800" b="0" i="0" u="none" strike="noStrike" cap="none" normalizeH="0" baseline="0" dirty="0">
                <a:ln>
                  <a:noFill/>
                </a:ln>
                <a:solidFill>
                  <a:schemeClr val="tx1"/>
                </a:solidFill>
                <a:effectLst/>
                <a:latin typeface="Arial" panose="020B0604020202020204" pitchFamily="34" charset="0"/>
              </a:rPr>
              <a:t> – Fetches real-world information from sources like Wikipedia and </a:t>
            </a:r>
            <a:r>
              <a:rPr kumimoji="0" lang="en-US" sz="1800" b="0" i="0" u="none" strike="noStrike" cap="none" normalizeH="0" baseline="0" dirty="0" err="1">
                <a:ln>
                  <a:noFill/>
                </a:ln>
                <a:solidFill>
                  <a:schemeClr val="tx1"/>
                </a:solidFill>
                <a:effectLst/>
                <a:latin typeface="Arial" panose="020B0604020202020204" pitchFamily="34" charset="0"/>
              </a:rPr>
              <a:t>Unplash</a:t>
            </a:r>
            <a:r>
              <a:rPr kumimoji="0" 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AI-Powered Generation</a:t>
            </a:r>
            <a:r>
              <a:rPr kumimoji="0" lang="en-US" sz="1800" b="0" i="0" u="none" strike="noStrike" cap="none" normalizeH="0" baseline="0" dirty="0">
                <a:ln>
                  <a:noFill/>
                </a:ln>
                <a:solidFill>
                  <a:schemeClr val="tx1"/>
                </a:solidFill>
                <a:effectLst/>
                <a:latin typeface="Arial" panose="020B0604020202020204" pitchFamily="34" charset="0"/>
              </a:rPr>
              <a:t> – Uses BART for summarization and GPT-2 for story generation.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Structured Output</a:t>
            </a:r>
            <a:r>
              <a:rPr kumimoji="0" lang="en-US" sz="1800" b="0" i="0" u="none" strike="noStrike" cap="none" normalizeH="0" baseline="0" dirty="0">
                <a:ln>
                  <a:noFill/>
                </a:ln>
                <a:solidFill>
                  <a:schemeClr val="tx1"/>
                </a:solidFill>
                <a:effectLst/>
                <a:latin typeface="Arial" panose="020B0604020202020204" pitchFamily="34" charset="0"/>
              </a:rPr>
              <a:t> – Generates visually engaging and well-formatted PDF reports.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Robust Design</a:t>
            </a:r>
            <a:r>
              <a:rPr kumimoji="0" lang="en-US" sz="1800" b="0" i="0" u="none" strike="noStrike" cap="none" normalizeH="0" baseline="0" dirty="0">
                <a:ln>
                  <a:noFill/>
                </a:ln>
                <a:solidFill>
                  <a:schemeClr val="tx1"/>
                </a:solidFill>
                <a:effectLst/>
                <a:latin typeface="Arial" panose="020B0604020202020204" pitchFamily="34" charset="0"/>
              </a:rPr>
              <a:t> – Includes fallback mechanisms to handle failures and ensure smooth performance.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Modular &amp; Scalable</a:t>
            </a:r>
            <a:r>
              <a:rPr kumimoji="0" lang="en-US" sz="1800" b="0" i="0" u="none" strike="noStrike" cap="none" normalizeH="0" baseline="0" dirty="0">
                <a:ln>
                  <a:noFill/>
                </a:ln>
                <a:solidFill>
                  <a:schemeClr val="tx1"/>
                </a:solidFill>
                <a:effectLst/>
                <a:latin typeface="Arial" panose="020B0604020202020204" pitchFamily="34" charset="0"/>
              </a:rPr>
              <a:t> – Built with a modular structure, making it easy to maintain and expand.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sz="1800" b="1" i="0" u="none" strike="noStrike" cap="none" normalizeH="0" baseline="0" dirty="0">
                <a:ln>
                  <a:noFill/>
                </a:ln>
                <a:solidFill>
                  <a:schemeClr val="tx1"/>
                </a:solidFill>
                <a:effectLst/>
                <a:latin typeface="Arial" panose="020B0604020202020204" pitchFamily="34" charset="0"/>
              </a:rPr>
              <a:t>Practical Applications</a:t>
            </a:r>
            <a:r>
              <a:rPr kumimoji="0" lang="en-US" sz="1800" b="0" i="0" u="none" strike="noStrike" cap="none" normalizeH="0" baseline="0" dirty="0">
                <a:ln>
                  <a:noFill/>
                </a:ln>
                <a:solidFill>
                  <a:schemeClr val="tx1"/>
                </a:solidFill>
                <a:effectLst/>
                <a:latin typeface="Arial" panose="020B0604020202020204" pitchFamily="34" charset="0"/>
              </a:rPr>
              <a:t> – Ideal for educators, researchers, writers, and content creators seeking intelligent content automation.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256549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7167</TotalTime>
  <Words>955</Words>
  <Application>Microsoft Office PowerPoint</Application>
  <PresentationFormat>Widescreen</PresentationFormat>
  <Paragraphs>102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Unicode MS</vt:lpstr>
      <vt:lpstr>Calibri</vt:lpstr>
      <vt:lpstr>Times New Roman</vt:lpstr>
      <vt:lpstr>Wingdings</vt:lpstr>
      <vt:lpstr>BIA Template</vt:lpstr>
      <vt:lpstr>PowerPoint Presentation</vt:lpstr>
      <vt:lpstr>Agenda</vt:lpstr>
      <vt:lpstr>Project Overview</vt:lpstr>
      <vt:lpstr>INTRODUCTION</vt:lpstr>
      <vt:lpstr>Problem Statement </vt:lpstr>
      <vt:lpstr>Preprocessing</vt:lpstr>
      <vt:lpstr>PowerPoint Presentation</vt:lpstr>
      <vt:lpstr>WORKFLOW</vt:lpstr>
      <vt:lpstr>MODEL EVALUATION</vt:lpstr>
      <vt:lpstr>Content Authenticity Assurance</vt:lpstr>
      <vt:lpstr>Key Strengths &amp; Applications</vt:lpstr>
      <vt:lpstr>Future enhancement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VINEETHAN A S</cp:lastModifiedBy>
  <cp:revision>2283</cp:revision>
  <dcterms:created xsi:type="dcterms:W3CDTF">2020-12-23T13:36:00Z</dcterms:created>
  <dcterms:modified xsi:type="dcterms:W3CDTF">2025-10-11T06:52:50Z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